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8ae0b5-5a7f-3bda-86e0-a8bef181a0b8}">
          <p14:sldIdLst>
            <p14:sldId id="256"/>
            <p14:sldId id="257"/>
          </p14:sldIdLst>
        </p14:section>
        <p14:section name="Core content" id="{21f3d29b-a1a1-1cbd-4888-9281311c01e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1e065a08-2168-bf48-8eb9-21d9386877fa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one clinically informative case and its lessons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an individual patient's presentation, management and outcome
Identify an unusual or educational observation
Recognize that the design is primarily descriptive and may combine narrative with numerical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reports are descriptive observational accounts
They can generate hypotheses or early safety signals
They do not estimate a comparative treatment effect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unexpected presentations, diagnostic challenges or novel adverse events
Assess the educational contribution
Avoid novelty claims based only on personal experience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what makes the case informative
State the diagnostic or management issue
Define the lesson without assuming causality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for similar published cases and established explanations
Identify the remaining knowledge gap
Distinguish a rare finding from a meaningful contribution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diagnosis and essential clinical facts
Check original records and dates
Explain uncertainty where evidence is incomplete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an unexpected ocular adverse event after treatment
Focus on presentation, differential diagnosis and course
Label the example as fictional teaching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relevant demographic, medical and exposure history
Include only details needed to understand the case
Protect identifying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symptoms, investigations, treatment and follow-up
Specify meaningful intervals
Make temporal relationships visible without treating sequence as proof of causality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symptoms, signs and initial assessment
Include relevant negative findings
Separate patient reports from observed findings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tests, diagnostic criteria and differential diagnoses
Discuss challenges and alternative explanations
Report the basis and uncertainty of the final diagnosis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treatment, dose, duration and modifications when relevant
Explain the clinical rationale
Describe co-interventions that may influence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the clinical course and objective measurements
Specify follow-up duration and incomplete observations
Include patient-reported outcomes and adverse events when available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laboratory values, imaging or serial measurements with units
Provide clear labels and dates
Obtain appropriate permission for publication of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the patient's experience where appropriate and available
Distinguish perspective from investigator interpretation
Explain if this information could not be obtained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timing, biological plausibility and competing causes
Discuss dechallenge or rechallenge only if clinically appropriate and documented
Avoid inferring a population risk from one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structured descriptive account
Compare the case with relevant literature
Avoid p-values or inferential statistics unsupported by the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event occurs after exposure and improves after withdrawal
Explain why this supports suspicion but does not prove the cause
Consider underlying disease and other treatments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selective reporting and retrospective reconstruction
Examine diagnostic uncertainty and confounding
Acknowledge that striking cases may be preferentially published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Obtain publication consent as required by the journal and local rules
De-identify text and images responsibly
Recognize that unusual details can still reveal identity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CARE to organize the report and check completeness
Present the timeline, diagnostic reasoning and follow-up transparently
Treat reporting guidance as distinct from evidence of validity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 can reveal a signal or teach clinical reasoning
It cannot establish prevalence or comparative effectiveness
Discuss what a larger study should investigate next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 Case Report Guidelines and checklist. https://www.care-statement.org/downloads
JBI Critical Appraisal Tools. https://jbi.global/critical-appraisal-tools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01  ·  Case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01  ·  Case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e-statement.org/downloads" TargetMode="External"/><Relationship Id="rId5" Type="http://schemas.openxmlformats.org/officeDocument/2006/relationships/hyperlink" Target="https://jbi.global/critical-appraisal-tools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01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Case report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Describe one clinically informative case and its lessons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an individual patient's presentation, management and outcome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Identify an unusual or educational observation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Recognize that the design is primarily descriptive and may combine narrative with numerical data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Position among research designs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Case reports are descriptive observational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They can generate hypotheses or early safety signals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They do not estimate a comparative treatment effect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 case report is appropriate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 unexpected presentations, diagnostic challenges or novel adverse events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the educational contribution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novelty claims based only on personal experience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clinical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what makes the case informative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diagnostic or management issue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lesson without assuming causality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Assessing novelty and relevance</a:t>
            </a:r>
            <a:endParaRPr lang="en-US" sz="3200" dirty="0"/>
          </a:p>
        </p:txBody>
      </p:sp>
      <p:graphicFrame>
        <p:nvGraphicFramePr>
          <p:cNvPr id="8" name="Assessing novelty and relev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Search for similar published cases and established explanations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Identify the remaining knowledge gap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a rare finding from a meaningful contribution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and verifying the case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Confirm diagnosis and essential clinical facts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original records and dates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uncertainty where evidence is incomplete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case scenario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unexpected ocular adverse event after treatment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Focus on presentation, differential diagnosis and course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Label the example as fictional teaching material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Patient information and context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relevant demographic, medical and exposure history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only details needed to understand the case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identifying information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Constructing the timeline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Sequence symptoms, investigations, treatment and follow-up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meaningful intervals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temporal relationships visible without treating sequence as proof of causality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Clinical presentation</a:t>
            </a:r>
            <a:endParaRPr lang="en-US" sz="3200" dirty="0"/>
          </a:p>
        </p:txBody>
      </p:sp>
      <p:graphicFrame>
        <p:nvGraphicFramePr>
          <p:cNvPr id="13" name="Clinical present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symptoms, signs and initial assessment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Include relevant negative findings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Separate patient reports from observed findings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Diagnostic assessment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tests, diagnostic criteria and differential diagnoses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challenges and alternative explanations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the basis and uncertainty of the final diagnosis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Therapeutic intervention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treatment, dose, duration and modifications when relevant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clinical rationale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co-interventions that may influence outcomes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Follow-up and outcomes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Report the clinical course and objective measurements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follow-up duration and incomplete observations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patient-reported outcomes and adverse events when available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Numerical data and images</a:t>
            </a:r>
            <a:endParaRPr lang="en-US" sz="3200" dirty="0"/>
          </a:p>
        </p:txBody>
      </p:sp>
      <p:graphicFrame>
        <p:nvGraphicFramePr>
          <p:cNvPr id="17" name="Numerical data and ima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laboratory values, imaging or serial measurements with units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Provide clear labels and dates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Obtain appropriate permission for publication of images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Patient perspective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 the patient's experience where appropriate and available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perspective from investigator interpretation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if this information could not be obtained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Assessing a suspected adverse reaction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timing, biological plausibility and competing causes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dechallenge or rechallenge only if clinically appropriate and documented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inferring a population risk from one case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Analysis and interpretation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 structured descriptive account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the case with relevant literature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p-values or inferential statistics unsupported by the design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interpretation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occurs after exposure and improves after withdrawal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this supports suspicion but does not prove the cause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underlying disease and other treatments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Bias and alternative explanations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selective reporting and retrospective reconstruction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diagnostic uncertainty and confounding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Acknowledge that striking cases may be preferentially published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Consent and confidentiality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Obtain publication consent as required by the journal and local rules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De-identify text and images responsibly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unusual details can still reveal identity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Reporting with CARE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CARE to organize the report and check completeness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Present the timeline, diagnostic reasoning and follow-up transparently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Treat reporting guidance as distinct from evidence of validity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Strengths, limitations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A case can reveal a signal or teach clinical reasoning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It cannot establish prevalence or comparative effectiveness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a larger study should investigate next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CARE Case Report Guidelines and checklist.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care-statement.org/download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https://www.care-statement.org/downloads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JBI Critical Appraisal Tools.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jbi.global/critical-appraisal-to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https://jbi.global/critical-appraisal-tools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Case report">
  <a:themeElements>
    <a:clrScheme name="Quantitative Research Methods – Case report">
      <a:dk1>
        <a:srgbClr val="1F2328"/>
      </a:dk1>
      <a:lt1>
        <a:srgbClr val="FFFFFF"/>
      </a:lt1>
      <a:dk2>
        <a:srgbClr val="59606B"/>
      </a:dk2>
      <a:lt2>
        <a:srgbClr val="F2EAE9"/>
      </a:lt2>
      <a:accent1>
        <a:srgbClr val="7B2D26"/>
      </a:accent1>
      <a:accent2>
        <a:srgbClr val="59201B"/>
      </a:accent2>
      <a:accent3>
        <a:srgbClr val="DAC4C2"/>
      </a:accent3>
      <a:accent4>
        <a:srgbClr val="E5D5D4"/>
      </a:accent4>
      <a:accent5>
        <a:srgbClr val="8A929E"/>
      </a:accent5>
      <a:accent6>
        <a:srgbClr val="D9DDE3"/>
      </a:accent6>
      <a:hlink>
        <a:srgbClr val="7B2D26"/>
      </a:hlink>
      <a:folHlink>
        <a:srgbClr val="59201B"/>
      </a:folHlink>
    </a:clrScheme>
    <a:fontScheme name="Quantitative Research Methods – Case repo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report</dc:title>
  <dc:subject>Quantitative Research Methods</dc:subject>
  <dc:creator>PptxGenJS</dc:creator>
  <cp:lastModifiedBy>PptxGenJS</cp:lastModifiedBy>
  <cp:revision>1</cp:revision>
  <dcterms:created xsi:type="dcterms:W3CDTF">2026-10-10T16:27:34Z</dcterms:created>
  <dcterms:modified xsi:type="dcterms:W3CDTF">2026-10-10T16:27:34Z</dcterms:modified>
</cp:coreProperties>
</file>
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56652f9-c750-2b48-8cb7-e8dc540ccf07}">
          <p14:sldIdLst>
            <p14:sldId id="256"/>
            <p14:sldId id="257"/>
          </p14:sldIdLst>
        </p14:section>
        <p14:section name="Core content" id="{3bc0ad28-f740-d3ba-ffbb-953e67005df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1e949c0d-da81-a819-b72d-482b83906824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 and interpret past developments through critically assessed evidence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historical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change, continuity and meaning in the past
Build interpretations from critically assessed sources
Explain that historical research can include qualitative and quantitative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chronology from historical explanation
Consider contingency, context and multiple perspectives
Avoid assuming present categories applied unchanged in the past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social, institutional, intellectual and oral history
Compare microhistory with broader historical accounts
Select an orientation aligned with the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to explain origins and developments across time
Examine how institutions, practices or concepts changed
Assess whether relevant evidence survives and is accessible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a past phenomenon, period and setting
Ask how or why a development occurred
Keep the question feasible within available 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development of optic disc photography in a defined region
Investigate changes in technology, clinical use and teaching
Bound the inquiry by period and institutions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starting and ending dates
Explain significant turning points without assuming inevitable progress
Reassess boundaries as evidence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how historians have interpreted the topic
Identify disagreements, omissions and evidence gaps
Position the study within those debates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contemporaneous evidence from later interpretation
Recognize that the distinction depends on the research question
Use both critically rather than treating primary sources as automatically reliable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archives, collections and finding aids
Record search terms, access limits and selection decisions
Plan for incomplete or dispersed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creator, date, custody and original purpose
Track whether a record is an original, copy or later transcription
Preserve collection and item identifiers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authenticity, authorship and dating
Examine alterations and the transmission of the source
State uncertainties about provenance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meaning, purpose, bias and credibility
Consider the author's position and intended audience
Ask what the source could know or reasonably establish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language and actions within their historical setting
Examine institutions and norms of the period
Avoid judging evidence only through present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independent records and perspectives
Investigate discrepancies rather than averaging them away
Distinguish established facts from contested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whose experiences were recorded or excluded
Consider survival, access and institutional preservation bias
Avoid treating missing records as proof of non-occurrence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interviews to study recollection and lived historical meaning
Distinguish memory from contemporaneous records
Explain consent, recording and future archival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evidence by chronology and analytical themes
Examine relationships, continuity and turning points
Maintain a traceable connection between claims and 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sources disagree on when routine photography began
Compare equipment records, teaching materials and recollections
Present a bounded conclusion with unresolved uncertainty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technological, institutional and professional explanations
Distinguish temporal sequence from causal evidence
Avoid a single inevitable-progress narrative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 archive rules and privacy in sensitive records
Recognize unequal representation and incomplete evidence
Address translation, access and interpretation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period, sources, source criticism and interpretive choices
Build a coherent account with precise source references
Make uncertainty and competing explanations visible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Howell &amp; Prevenier. From Reliable Sources: An Introduction to Historical Methods. Cornell University Press. Publisher overview: https://cornellpress.cornell.edu/cornell-university-press-greatest-hits-from-each-decade/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11  ·  Historical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11  ·  Historical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rnellpress.cornell.edu/cornell-university-press-greatest-hits-from-each-decade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11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Historical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Reconstruct and interpret past developments through critically assessed evidence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historical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change, continuity and meaning in the past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interpretations from critically assessed sources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historical research can include qualitative and quantitative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Historical reasoning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chronology from historical explanation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contingency, context and multiple perspectives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present categories applied unchanged in the past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and orientations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social, institutional, intellectual and oral history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microhistory with broader historical accounts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an orientation aligned with the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historical research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to explain origins and developments across time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institutions, practices or concepts changed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relevant evidence survives and is accessible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a past phenomenon, period and setting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or why a development occurred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the question feasible within available sources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development of optic disc photography in a defined region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Investigate changes in technology, clinical use and teaching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Bound the inquiry by period and institutions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Periodization and boundaries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starting and ending dates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significant turning points without assuming inevitable progress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Reassess boundaries as evidence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Historiography and existing accounts</a:t>
            </a:r>
            <a:endParaRPr lang="en-US" sz="3200" dirty="0"/>
          </a:p>
        </p:txBody>
      </p:sp>
      <p:graphicFrame>
        <p:nvGraphicFramePr>
          <p:cNvPr id="11" name="Historiography and existing ac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Review how historians have interpreted the topic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disagreements, omissions and evidence gaps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Position the study within those debates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Primary and secondary sources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 contemporaneous evidence from later interpretation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the distinction depends on the research question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both critically rather than treating primary sources as automatically reliable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Archival search strategy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archives, collections and finding aids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search terms, access limits and selection decisions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Plan for incomplete or dispersed records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Document provenance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creator, date, custody and original purpose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Track whether a record is an original, copy or later transcription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collection and item identifiers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External criticism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authenticity, authorship and dating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alterations and the transmission of the source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uncertainties about provenance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Internal criticism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meaning, purpose, bias and credibility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the author's position and intended audience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the source could know or reasonably establish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Contextual interpretation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Read language and actions within their historical setting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institutions and norms of the period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judging evidence only through present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Corroboration and conflicting sources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independent records and perspectives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Investigate discrepancies rather than averaging them away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established facts from contested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Archival silences and selection bias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whose experiences were recorded or excluded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survival, access and institutional preservation bias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missing records as proof of non-occurrence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Oral history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interviews to study recollection and lived historical meaning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memory from contemporaneous records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consent, recording and future archival use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and synthesis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evidence by chronology and analytical themes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relationships, continuity and turning points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 traceable connection between claims and sources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disagree on when routine photography began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equipment records, teaching materials and recollections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Present a bounded conclusion with unresolved uncertainty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Historical explanation and rival accounts</a:t>
            </a:r>
            <a:endParaRPr lang="en-US" sz="3200" dirty="0"/>
          </a:p>
        </p:txBody>
      </p:sp>
      <p:graphicFrame>
        <p:nvGraphicFramePr>
          <p:cNvPr id="23" name="Historical explanation and rival ac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technological, institutional and professional explanations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temporal sequence from causal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a single inevitable-progress narrative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Respect archive rules and privacy in sensitive records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unequal representation and incomplete evidence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Address translation, access and interpretation limits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State period, sources, source criticism and interpretive choices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Build a coherent account with precise source references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29768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Make uncertainty and competing explanations visible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Howell &amp; Prevenier. From Reliable Sources: An Introduction to Historical Methods. Cornell University Press. Publisher overview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cornellpress.cornell.edu/cornell-university-press-greatest-hits-from-each-decad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https://cornellpress.cornell.edu/cornell-university-press-greatest-hits-from-each-decade/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Historical research">
  <a:themeElements>
    <a:clrScheme name="Qualitative Research – Historical research">
      <a:dk1>
        <a:srgbClr val="1F2328"/>
      </a:dk1>
      <a:lt1>
        <a:srgbClr val="FFFFFF"/>
      </a:lt1>
      <a:dk2>
        <a:srgbClr val="59606B"/>
      </a:dk2>
      <a:lt2>
        <a:srgbClr val="F1EEE9"/>
      </a:lt2>
      <a:accent1>
        <a:srgbClr val="6E5326"/>
      </a:accent1>
      <a:accent2>
        <a:srgbClr val="4F3C1B"/>
      </a:accent2>
      <a:accent3>
        <a:srgbClr val="D6CFC2"/>
      </a:accent3>
      <a:accent4>
        <a:srgbClr val="E2DDD4"/>
      </a:accent4>
      <a:accent5>
        <a:srgbClr val="8A929E"/>
      </a:accent5>
      <a:accent6>
        <a:srgbClr val="D9DDE3"/>
      </a:accent6>
      <a:hlink>
        <a:srgbClr val="6E5326"/>
      </a:hlink>
      <a:folHlink>
        <a:srgbClr val="4F3C1B"/>
      </a:folHlink>
    </a:clrScheme>
    <a:fontScheme name="Qualitative Research – Historical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research</dc:title>
  <dc:subject>Qualitative research methods</dc:subject>
  <dc:creator>PptxGenJS</dc:creator>
  <cp:lastModifiedBy>PptxGenJS</cp:lastModifiedBy>
  <cp:revision>1</cp:revision>
  <dcterms:created xsi:type="dcterms:W3CDTF">2026-10-10T16:17:49Z</dcterms:created>
  <dcterms:modified xsi:type="dcterms:W3CDTF">2026-10-10T16:17:49Z</dcterms:modified>
</cp:coreProperties>
</file>
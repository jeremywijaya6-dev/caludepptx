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2b529c6-815f-3f05-69b8-b490858412e6}">
          <p14:sldIdLst>
            <p14:sldId id="256"/>
            <p14:sldId id="257"/>
          </p14:sldIdLst>
        </p14:section>
        <p14:section name="Core content" id="{a732d3e0-c6e5-5a2b-d151-8e569c1e354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258e267b-aee6-7e9a-8570-d326122d8fc2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how people construct and communicate experience through stories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narrative inquiry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experience as narrated and interpreted
Explore identity, sequence and meaning in stories
Preserve the relationship between events and their telling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narrative construction and situated meaning
Explain temporal, social and spatial dimensions of experience
Recognize that stories are shaped for audiences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life histories, illness narratives and focused personal accounts
Consider oral, written and visual stories
Choose the form that answers the research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identity development, transitions or turning points
Seek an account of experience across time
Avoid fragmenting stories when their sequence is central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participants narrate a transition or construct identity
Specify whose stories and which period matter
Consider the context and audience of the telling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a physician's transition into a new healthcare system
Explore belonging, uncertainty and professional identity over time
Treat the telling as part of the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purposive selection for rich relevant accounts
Decide whether to study one or several narrators
Justify depth and variation without a universal sample rule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trust while acknowledging researcher influence
Negotiate expectations around interpretation and representation
Recognize stories as produced within a relationship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 with invitations to tell a story
Ask follow-ups about episodes and turning points
Limit interruption during an unfolding account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timelines to locate significant periods and events
Ask how interpretations changed over time
Keep chronology distinct from the order in which a story is told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diaries, letters, photographs and digital stories
Ask participants to explain their significance
Verify permission and authorship of materials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 pauses, emphasis or sequencing when analytically relevant
State conventions used
Recognize transcription as an interpretive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setting, actors, audience and circumstances
Distinguish narrated events from present-day interpretation
Preserve uncertainty and conflicting recollections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what a story is about
Analyze content within whole-case narratives
Compare accounts without losing each story's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how a story is organized and told
Identify plot, sequence and evaluative elements
Explain how form contributes to meaning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who tells the story, to whom and for what purpose
Analyze positioning and interaction during the telling
Consider social narratives and available identities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how images and accompanying accounts construct a story
Consider composition, sequence and participant interpretation
Avoid interpreting images without their context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account moves from confidence to disorientation to renewed belonging
Compare event chronology with narrative structure
Ask what identity the narrator constructs for the audience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how questions shape the story told
Make interpretive choices visible
Distinguish participant words from researcher reconstruction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Negotiate identifiable life details and third-party portrayals
Discuss consent for quotations and images
Revisit consent as representation develops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interpretation with coherent narrative evidence
Consider participant dialogue where appropriate
Discuss memory, audience effects and limits of retrospective accounts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stories with sufficient temporal and social context
Explain the selected analytic approach
Discuss how storytelling constructs meaning and identity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Riessman. Narrative Methods for the Human Sciences. SAGE. https://www.sagepub.com/shop/buy-a-book/narrative-methods-for-the-human-sciences-1-226139
Creswell &amp; Poth. Qualitative Inquiry and Research Design. https://us2.sagepub.com/en-us/nam/qualitative-inquiry-and-research-design/book266033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05  ·  Narrative inquiry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05  ·  Narrative inquiry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gepub.com/shop/buy-a-book/narrative-methods-for-the-human-sciences-1-226139" TargetMode="External"/><Relationship Id="rId5" Type="http://schemas.openxmlformats.org/officeDocument/2006/relationships/hyperlink" Target="https://us2.sagepub.com/en-us/nam/qualitative-inquiry-and-research-design/book266033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05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Narrative inquiry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Explore how people construct and communicate experience through stories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narrative inquiry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experience as narrated and interpreted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Explore identity, sequence and meaning in stories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Preserve the relationship between events and their telling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Conceptual foundations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Introduce narrative construction and situated meaning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temporal, social and spatial dimensions of experience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stories are shaped for audiences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of narrative research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life histories, illness narratives and focused personal accounts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oral, written and visual stories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the form that answers the research question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narrative inquiry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identity development, transitions or turning points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Seek an account of experience across time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Avoid fragmenting stories when their sequence is central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participants narrate a transition or construct identity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whose stories and which period matter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the context and audience of the telling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a physician's transition into a new healthcare system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belonging, uncertainty and professional identity over time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Treat the telling as part of the data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participants and stories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purposive selection for rich relevant accounts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Decide whether to study one or several narrators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Justify depth and variation without a universal sample rule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Building research relationships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Establish trust while acknowledging researcher influence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Negotiate expectations around interpretation and representation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stories as produced within a relationship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Narrative interview design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invitations to tell a story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follow-ups about episodes and turning points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Limit interruption during an unfolding account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Temporal prompts and life maps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timelines to locate significant periods and events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interpretations changed over time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chronology distinct from the order in which a story is told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Additional narrative materials</a:t>
            </a:r>
            <a:endParaRPr lang="en-US" sz="3200" dirty="0"/>
          </a:p>
        </p:txBody>
      </p:sp>
      <p:graphicFrame>
        <p:nvGraphicFramePr>
          <p:cNvPr id="14" name="Additional narrative materia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diaries, letters, photographs and digital stories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Ask participants to explain their significance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Verify permission and authorship of materials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Transcription and representation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pauses, emphasis or sequencing when analytically relevant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conventions used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transcription as an interpretive decision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Reconstructing the narrative context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setting, actors, audience and circumstances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narrated events from present-day interpretation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Preserve uncertainty and conflicting recollections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Thematic narrative analysis</a:t>
            </a:r>
            <a:endParaRPr lang="en-US" sz="3200" dirty="0"/>
          </a:p>
        </p:txBody>
      </p:sp>
      <p:graphicFrame>
        <p:nvGraphicFramePr>
          <p:cNvPr id="17" name="Thematic narrative analysi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Examine what a story is about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Analyze content within whole-case narratives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accounts without losing each story's context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Structural narrative analysis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a story is organized and told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plot, sequence and evaluative elements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form contributes to meaning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Dialogic and performance analysis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who tells the story, to whom and for what purpose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Analyze positioning and interaction during the telling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social narratives and available identities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Visual narrative analysis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how images and accompanying accounts construct a story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composition, sequence and participant interpretation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interpreting images without their context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Moves from confidence to disorientation to renewed belonging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event chronology with narrative structure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identity the narrator constructs for the audience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Reflexivity and researcher voice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how questions shape the story told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interpretive choices visible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participant words from researcher reconstruction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 and relational responsibilities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Negotiate identifiable life details and third-party portrayals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Discuss consent for quotations and images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Revisit consent as representation develops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strengths and limitations</a:t>
            </a:r>
            <a:endParaRPr lang="en-US" sz="3200" dirty="0"/>
          </a:p>
        </p:txBody>
      </p:sp>
      <p:graphicFrame>
        <p:nvGraphicFramePr>
          <p:cNvPr id="24" name="Quality, strengths and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 interpretation with coherent narrative evidence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participant dialogue where appropriate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Discuss memory, audience effects and limits of retrospective accounts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Present stories with sufficient temporal and social context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Explain the selected analytic approach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how storytelling constructs meaning and identity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Riessman. Narrative Methods for the Human Sciences.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sagepub.com/shop/buy-a-book/narrative-methods-for-the-human-sciences-1-22613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https://www.sagepub.com/shop/buy-a-book/narrative-methods-for-the-human-sciences-1-226139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Creswell &amp; Poth. Qualitative Inquiry and Research Design.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us2.sagepub.com/en-us/nam/qualitative-inquiry-and-research-design/book2660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https://us2.sagepub.com/en-us/nam/qualitative-inquiry-and-research-design/book266033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Narrative inquiry">
  <a:themeElements>
    <a:clrScheme name="Qualitative Research – Narrative inquiry">
      <a:dk1>
        <a:srgbClr val="1F2328"/>
      </a:dk1>
      <a:lt1>
        <a:srgbClr val="FFFFFF"/>
      </a:lt1>
      <a:dk2>
        <a:srgbClr val="59606B"/>
      </a:dk2>
      <a:lt2>
        <a:srgbClr val="EFEBF3"/>
      </a:lt2>
      <a:accent1>
        <a:srgbClr val="5B3A82"/>
      </a:accent1>
      <a:accent2>
        <a:srgbClr val="422A5E"/>
      </a:accent2>
      <a:accent3>
        <a:srgbClr val="D1C8DC"/>
      </a:accent3>
      <a:accent4>
        <a:srgbClr val="DED8E6"/>
      </a:accent4>
      <a:accent5>
        <a:srgbClr val="8A929E"/>
      </a:accent5>
      <a:accent6>
        <a:srgbClr val="D9DDE3"/>
      </a:accent6>
      <a:hlink>
        <a:srgbClr val="5B3A82"/>
      </a:hlink>
      <a:folHlink>
        <a:srgbClr val="422A5E"/>
      </a:folHlink>
    </a:clrScheme>
    <a:fontScheme name="Qualitative Research – Narrative inqui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Narrative inquiry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
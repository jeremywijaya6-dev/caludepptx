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5e7d73e-afab-db5e-77a2-20d8d3d2e62f}">
          <p14:sldIdLst>
            <p14:sldId id="256"/>
            <p14:sldId id="257"/>
          </p14:sldIdLst>
        </p14:section>
        <p14:section name="Core content" id="{9b923381-c2ee-5072-a820-0427c6e91bb2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Wrap-up" id="{4a6761d4-2c20-2db9-5fe8-a380265d910d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Examine how language constructs meaning, identity and social relations
Core principles, study planning and applied examples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purpose and defining features of discourse analysis
Plan sampling, data collection and analysis appropriate to the approach
Evaluate quality, ethics and reporting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Analyze language as social action and meaning-making
Examine identities, categories and relationships produced in discourse
Explain that discourse analysis is a family of approaches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socially situated meaning and discourse
Explain relationships between language, institutions and power
State the theoretical position guiding analysis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critical discourse analysis, discursive psychology and Foucauldian approaches
Note distinct assumptions, questions and analytic tools
Avoid combining traditions without justification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when wording, interaction or representation is central
Examine how a category or claim becomes persuasive
Choose a content-focused design if only topic summaries are needed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how language constructs an identity, problem or responsibility
Specify the discourse and setting
Identify what linguistic or social process needs examination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example: representations of patient adherence in clinic materials
Ask how responsibility is assigned to patients and services
Examine implications for professional-patient relations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documents, conversations or media to be analyzed
State time period, inclusion criteria and source context
Justify boundaries and exclusions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 material relevant to the discursive question
Seek variation, contrasts or important institutional texts
Assess analytic depth rather than representativeness alone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Identify who produced each text and for whom
Examine institutional purpose and circulation
Avoid treating words as detached from their setting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authentic texts or recorded interactions where suitable
Verify access, copyright and consent
Retain source provenance and versions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Match transcription detail to the analytic approach
Preserve pauses or turn-taking when relevant
State how translation may change discursive features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repeatedly for recurring constructions and puzzles
Note contrasts and shifts across contexts
Keep early interpretations provisional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Examine labels, pronouns and evaluative terms
Ask which identities and distinctions are created
Link observations to the question and context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Examine who is represented as acting or being acted on
Consider active, passive and nominalized constructions
Avoid inferring social effects from grammar alone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Identify recurring metaphors and problem definitions
Ask what perspectives they enable or obscure
Examine competing framings in the corpus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relevant traditions, examine recurring ways of talking
Analyze how speakers position themselves and others
Show how these constructions function in particular exchanges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critical approaches, examine authority and inequality
Relate text to institutional and social practices
Support critical claims with evidence rather than assumptions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Examine references to other texts and established narratives
Trace how language travels between settings
Consider how prior discourses authorize present claims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phrase describes missed visits as patient failure
Compare wording that also names transport and service barriers
Analyze possible constructions without claiming measured effects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excerpts and the reasoning behind interpretations
Examine the researcher's own assumptions and language
Consider alternative readings and counterexamples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Protect identities in recordings and searchable quotations
Explain limits on inferring private intentions or causal outcomes
Distinguish discourse findings from prevalence estimates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analytic tradition, corpus and procedures
Present detailed excerpts with contextual interpretation
Discuss what language accomplishes in the selected setting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Fairclough. Discourse and Social Change. Wiley/Polity. https://www.wiley-vch.de/en?isbn=9780745612188&amp;option=com_eshop&amp;view=product
Riessman. Narrative Methods for the Human Sciences. SAGE. https://www.sagepub.com/shop/buy-a-book/narrative-methods-for-the-human-sciences-1-226139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Qualitative Research Methods  ·  Topic 10  ·  Discourse analysis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Qualitative Research Methods  ·  Topic 10  ·  Discourse analysis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iley-vch.de/en?isbn=9780745612188&amp;option=com_eshop&amp;view=product" TargetMode="External"/><Relationship Id="rId5" Type="http://schemas.openxmlformats.org/officeDocument/2006/relationships/hyperlink" Target="https://www.sagepub.com/shop/buy-a-book/narrative-methods-for-the-human-sciences-1-226139" TargetMode="External"/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4" Type="http://schemas.openxmlformats.org/officeDocument/2006/relationships/image" Target="../media/image-25-3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QUALITATIVE RESEARCH METHODS  ·  TOPIC 10 OF 12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Discourse analysis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Examine how language constructs meaning, identity and social relations</a:t>
            </a: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Core principles, study planning and applied examples</a:t>
            </a:r>
            <a:endParaRPr lang="en-US" sz="1600" dirty="0"/>
          </a:p>
        </p:txBody>
      </p:sp>
      <p:sp>
        <p:nvSpPr>
          <p:cNvPr id="6" name="Halo"/>
          <p:cNvSpPr/>
          <p:nvPr/>
        </p:nvSpPr>
        <p:spPr>
          <a:xfrm>
            <a:off x="7680960" y="1417320"/>
            <a:ext cx="4023360" cy="4023360"/>
          </a:xfrm>
          <a:prstGeom prst="ellipse">
            <a:avLst/>
          </a:prstGeom>
          <a:solidFill>
            <a:schemeClr val="accent2">
              <a:alpha val="45000"/>
            </a:schemeClr>
          </a:solidFill>
          <a:ln/>
        </p:spPr>
      </p:sp>
      <p:sp>
        <p:nvSpPr>
          <p:cNvPr id="7" name="Icon circle"/>
          <p:cNvSpPr/>
          <p:nvPr/>
        </p:nvSpPr>
        <p:spPr>
          <a:xfrm>
            <a:off x="8001000" y="1737360"/>
            <a:ext cx="3383280" cy="3383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6820" y="2583180"/>
            <a:ext cx="169164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Learning objectives</a:t>
            </a:r>
            <a:endParaRPr lang="en-US" sz="3200" dirty="0"/>
          </a:p>
        </p:txBody>
      </p:sp>
      <p:sp>
        <p:nvSpPr>
          <p:cNvPr id="5" name="Objective 1"/>
          <p:cNvSpPr/>
          <p:nvPr/>
        </p:nvSpPr>
        <p:spPr>
          <a:xfrm>
            <a:off x="548640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14400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4400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01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Explain the purpose and defining features of discourse analysis</a:t>
            </a:r>
            <a:endParaRPr lang="en-US" sz="2000" dirty="0"/>
          </a:p>
        </p:txBody>
      </p:sp>
      <p:sp>
        <p:nvSpPr>
          <p:cNvPr id="10" name="Objective 2"/>
          <p:cNvSpPr/>
          <p:nvPr/>
        </p:nvSpPr>
        <p:spPr>
          <a:xfrm>
            <a:off x="4353458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4719218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388" y="2320290"/>
            <a:ext cx="434340" cy="4343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19218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02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4719218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Plan sampling, data collection and analysis appropriate to the approach</a:t>
            </a:r>
            <a:endParaRPr lang="en-US" sz="2000" dirty="0"/>
          </a:p>
        </p:txBody>
      </p:sp>
      <p:sp>
        <p:nvSpPr>
          <p:cNvPr id="15" name="Objective 3"/>
          <p:cNvSpPr/>
          <p:nvPr/>
        </p:nvSpPr>
        <p:spPr>
          <a:xfrm>
            <a:off x="8158277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 circle"/>
          <p:cNvSpPr/>
          <p:nvPr/>
        </p:nvSpPr>
        <p:spPr>
          <a:xfrm>
            <a:off x="8524037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207" y="2320290"/>
            <a:ext cx="434340" cy="4343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524037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03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8524037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Evaluate quality, ethics and reporting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Definition and purpose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 language as social action and meaning-making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Examine identities, categories and relationships produced in discourse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Explain that discourse analysis is a family of approaches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Conceptual foundations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Introduce socially situated meaning and discourse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relationships between language, institutions and power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State the theoretical position guiding analysis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Major analytic traditions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critical discourse analysis, discursive psychology and Foucauldian approaches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Note distinct assumptions, questions and analytic tools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Avoid combining traditions without justification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When discourse analysis fits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when wording, interaction or representation is central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Examine how a category or claim becomes persuasive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Choose a content-focused design if only topic summaries are needed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Formulating the research question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how language constructs an identity, problem or responsibility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Specify the discourse and setting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Identify what linguistic or social process needs examination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Illustrative research problem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Hypothetical example: representations of patient adherence in clinic materials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Ask how responsibility is assigned to patients and services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Examine implications for professional-patient relations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Selecting the corpus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Define documents, conversations or media to be analyzed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State time period, inclusion criteria and source context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Justify boundaries and exclusions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Sampling and corpus adequacy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material relevant to the discursive question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Seek variation, contrasts or important institutional texts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Assess analytic depth rather than representativeness alone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Production and audience context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Identify who produced each text and for whom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Examine institutional purpose and circulation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Avoid treating words as detached from their setting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Data collection and permissions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 authentic texts or recorded interactions where suitable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Verify access, copyright and consent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Retain source provenance and versions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Transcription detail</a:t>
            </a:r>
            <a:endParaRPr lang="en-US" sz="3200" dirty="0"/>
          </a:p>
        </p:txBody>
      </p:sp>
      <p:graphicFrame>
        <p:nvGraphicFramePr>
          <p:cNvPr id="14" name="Transcription detail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Match transcription detail to the analytic approach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Preserve pauses or turn-taking when relevant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State how translation may change discursive features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Initial reading and analytic notes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Read repeatedly for recurring constructions and puzzles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Note contrasts and shifts across contexts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Keep early interpretations provisional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Categories, naming and lexical choices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Examine labels, pronouns and evaluative terms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Ask which identities and distinctions are created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Link observations to the question and context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Agency, grammar and responsibility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Examine who is represented as acting or being acted on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Consider active, passive and nominalized constructions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Avoid inferring social effects from grammar alone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Metaphor and framing</a:t>
            </a:r>
            <a:endParaRPr lang="en-US" sz="3200" dirty="0"/>
          </a:p>
        </p:txBody>
      </p:sp>
      <p:graphicFrame>
        <p:nvGraphicFramePr>
          <p:cNvPr id="18" name="Metaphor and framing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Identify recurring metaphors and problem definitions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Ask what perspectives they enable or obscure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Examine competing framings in the corpus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Interpretive repertoires and positioning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For relevant traditions, examine recurring ways of talking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Analyze how speakers position themselves and others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Show how these constructions function in particular exchanges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Power and ideology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In critical approaches, examine authority and inequality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Relate text to institutional and social practices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Support critical claims with evidence rather than assumptions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Intertextuality and wider discourses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Examine references to other texts and established narratives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Trace how language travels between settings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Consider how prior discourses authorize present claims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Worked analytic example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HYPOTHETICAL EXAMPLE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Phrase describes missed visits as patient failure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wording that also names transport and service barriers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Analyze possible constructions without claiming measured effects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Analytic transparency and reflexivity</a:t>
            </a:r>
            <a:endParaRPr lang="en-US" sz="3200" dirty="0"/>
          </a:p>
        </p:txBody>
      </p:sp>
      <p:graphicFrame>
        <p:nvGraphicFramePr>
          <p:cNvPr id="23" name="Analytic transparency and reflexivit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Show excerpts and the reasoning behind interpretations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Examine the researcher's own assumptions and language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Consider alternative readings and counterexamples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Ethics, strengths and limitations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Protect identities in recordings and searchable quotations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Explain limits on inferring private intentions or causal outcomes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Distinguish discourse findings from prevalence estimates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Reporting and key takeaways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92024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92024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State the analytic tradition, corpus and procedures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310896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Present detailed excerpts with contextual interpretation</a:t>
            </a:r>
            <a:endParaRPr lang="en-US" sz="2200" dirty="0"/>
          </a:p>
        </p:txBody>
      </p:sp>
      <p:sp>
        <p:nvSpPr>
          <p:cNvPr id="9" name="Discussion prompt"/>
          <p:cNvSpPr/>
          <p:nvPr/>
        </p:nvSpPr>
        <p:spPr>
          <a:xfrm>
            <a:off x="548640" y="4343400"/>
            <a:ext cx="11094415" cy="164592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777740"/>
            <a:ext cx="777240" cy="77724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497205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65960" y="4343400"/>
            <a:ext cx="93113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DISCUSSION PROMPT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 what language accomplishes in the selected setting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References and further reading</a:t>
            </a:r>
            <a:endParaRPr lang="en-US" sz="3200" dirty="0"/>
          </a:p>
        </p:txBody>
      </p:sp>
      <p:sp>
        <p:nvSpPr>
          <p:cNvPr id="5" name="Reference 1"/>
          <p:cNvSpPr/>
          <p:nvPr/>
        </p:nvSpPr>
        <p:spPr>
          <a:xfrm>
            <a:off x="548640" y="182880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4460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182880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Fairclough. Discourse and Social Change. Wiley/Polity.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3" invalidUrl="" action="" tgtFrame="" tooltip="https://www.wiley-vch.de/en?isbn=9780745612188&amp;option=com_eshop&amp;view=produc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https://www.wiley-vch.de/en?isbn=9780745612188&amp;option=com_eshop&amp;view=product</a:t>
            </a:r>
            <a:endParaRPr lang="en-US" sz="2000" dirty="0"/>
          </a:p>
        </p:txBody>
      </p:sp>
      <p:sp>
        <p:nvSpPr>
          <p:cNvPr id="9" name="Reference 2"/>
          <p:cNvSpPr/>
          <p:nvPr/>
        </p:nvSpPr>
        <p:spPr>
          <a:xfrm>
            <a:off x="548640" y="370332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160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432054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83080" y="370332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Riessman. Narrative Methods for the Human Sciences. SAGE.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5" invalidUrl="" action="" tgtFrame="" tooltip="https://www.sagepub.com/shop/buy-a-book/narrative-methods-for-the-human-sciences-1-226139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https://www.sagepub.com/shop/buy-a-book/narrative-methods-for-the-human-sciences-1-226139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litative Research – Discourse analysis">
  <a:themeElements>
    <a:clrScheme name="Qualitative Research – Discourse analysis">
      <a:dk1>
        <a:srgbClr val="1F2328"/>
      </a:dk1>
      <a:lt1>
        <a:srgbClr val="FFFFFF"/>
      </a:lt1>
      <a:dk2>
        <a:srgbClr val="59606B"/>
      </a:dk2>
      <a:lt2>
        <a:srgbClr val="F4EAEB"/>
      </a:lt2>
      <a:accent1>
        <a:srgbClr val="8C2F39"/>
      </a:accent1>
      <a:accent2>
        <a:srgbClr val="652229"/>
      </a:accent2>
      <a:accent3>
        <a:srgbClr val="DFC5C8"/>
      </a:accent3>
      <a:accent4>
        <a:srgbClr val="E8D5D7"/>
      </a:accent4>
      <a:accent5>
        <a:srgbClr val="8A929E"/>
      </a:accent5>
      <a:accent6>
        <a:srgbClr val="D9DDE3"/>
      </a:accent6>
      <a:hlink>
        <a:srgbClr val="8C2F39"/>
      </a:hlink>
      <a:folHlink>
        <a:srgbClr val="652229"/>
      </a:folHlink>
    </a:clrScheme>
    <a:fontScheme name="Qualitative Research – Discourse analysi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Discourse analysis</dc:title>
  <dc:subject>Qualitative research methods</dc:subject>
  <dc:creator>PptxGenJS</dc:creator>
  <cp:lastModifiedBy>PptxGenJS</cp:lastModifiedBy>
  <cp:revision>1</cp:revision>
  <dcterms:created xsi:type="dcterms:W3CDTF">2026-10-10T16:17:49Z</dcterms:created>
  <dcterms:modified xsi:type="dcterms:W3CDTF">2026-10-10T16:17:49Z</dcterms:modified>
</cp:coreProperties>
</file>
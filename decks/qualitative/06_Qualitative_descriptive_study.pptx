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fecf00-57fb-3fa9-4063-dc193f95fa88}">
          <p14:sldIdLst>
            <p14:sldId id="256"/>
            <p14:sldId id="257"/>
          </p14:sldIdLst>
        </p14:section>
        <p14:section name="Core content" id="{3fe260f6-6ef2-1a8e-cd38-3d8a430ed9d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3e5fd83-7359-19d5-83d0-209da759a04d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clear, practice-relevant description in everyday terms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qualitative descriptive study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comprehensive account of an event or experience
Stay close to participants' everyday terms
Use interpretation while keeping the level of abstraction relatively 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naturalistic orientation and attention to context
Use flexible methods suited to the question
Avoid claiming that description is entirely interpretation-free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 accessible descriptions and practical questions
Seek an organized account of participants' perspectives
Do not require theory generation or a phenomenological essence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needs, barriers, preferences and service experiences
Choose when a direct practical account is the intended outcome
Assess whether more interpretive designs are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descriptive aims with phenomenology and grounded theory
Contrast everyday categories with higher conceptual abstraction
State why a descriptive approach meets the objective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focused what or how questions
Identify the population and practical issue
Avoid building an explanatory theory claim into a descriptive 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patients' barriers to glaucoma follow-up
Describe logistical, informational and interpersonal difficulties
Explore helpful service changes from participants' perspectives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researcher's relationship to the setting
Reflect on assumptions about patient needs
Keep a record of decisions that affect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purposive or maximum-variation sampling where appropriate
Seek perspectives relevant to the practical question
Explain inclusion criteria and recruitment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breadth of perspectives and depth of accounts
Assess whether the data answer the focused question
Justify stopping without imposing a universal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open questions with practical probes
Ask for concrete examples and proposed improvements
Pilot the guide for clarity and accessibility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shared and differing perspectives through interaction
Consider how hierarchy or stigma affects speaking
Explain when individual interviews are preferable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observations or materials when they clarify the service context
Link sources to the question
Distinguish observed events from reported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Transcribe, organize and de-identify records
Preserve relevant context and participant language
Document translation and transcription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 content-analysis approach suited to the aim
Develop categories systematically from relevant data
Explain whether categories are inductive, deductive or combined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clear labels to meaningful segments
Group related codes into descriptive categories
Define category boundaries and revise them with new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categories across participants and contexts
Preserve variation and contradictory accounts
Use matrices to organize rather than replace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comments describe transport costs and unclear appointment instructions
Build distinct categories with supporting excerpts
Avoid interpreting convenience-selected counts as population prevalence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how categories were developed
Discuss interpretive disagreements constructively
Explain how prior assumptions influenced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categories with adequate evidence
Describe setting and recruitment clearly
Seek feedback or additional evidence where useful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participants discussing dissatisfaction with services
Produce accessible findings for practical use
Recognize limited explanatory depth relative to theory-focused aims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clear categories, variation and relevant excerpts
Separate findings from proposed service implications
Explain why qualitative description fits the intended product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Sandelowski M. Whatever happened to qualitative description? Research in Nursing &amp; Health. 2000;23(4):334-340. https://pubmed.ncbi.nlm.nih.gov/10940958/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06  ·  Qualitative descriptive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06  ·  Qualitative descriptive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10940958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06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Qualitative descriptive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Provide a clear, practice-relevant description in everyday terms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qualitative descriptive study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a comprehensive account of an event or experience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Stay close to participants' everyday terms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interpretation while keeping the level of abstraction relatively 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Methodological orientation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a naturalistic orientation and attention to context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flexible methods suited to the question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claiming that description is entirely interpretation-free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Distinctive features</a:t>
            </a:r>
            <a:endParaRPr lang="en-US" sz="3200" dirty="0"/>
          </a:p>
        </p:txBody>
      </p:sp>
      <p:graphicFrame>
        <p:nvGraphicFramePr>
          <p:cNvPr id="6" name="Distinctive feat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Prioritize accessible descriptions and practical questions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Seek an organized account of participants' perspectives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 not require theory generation or a phenomenological essence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qualitative description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needs, barriers, preferences and service experiences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when a direct practical account is the intended outcome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more interpretive designs are needed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adjacent approaches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descriptive aims with phenomenology and grounded theory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Contrast everyday categories with higher conceptual abstraction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why a descriptive approach meets the objective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focused what or how questions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population and practical issue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building an explanatory theory claim into a descriptive aim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patients' barriers to glaucoma follow-up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logistical, informational and interpersonal difficulties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helpful service changes from participants' perspectives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the researcher's relationship to the setting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assumptions about patient needs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a record of decisions that affect description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strategy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or maximum-variation sampling where appropriate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perspectives relevant to the practical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inclusion criteria and recruitment channels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breadth of perspectives and depth of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the data answer the focused question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stopping without imposing a universal number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Semi-structured interviews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open questions with practical probes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for concrete examples and proposed improvements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Pilot the guide for clarity and accessibility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Focus groups</a:t>
            </a:r>
            <a:endParaRPr lang="en-US" sz="3200" dirty="0"/>
          </a:p>
        </p:txBody>
      </p:sp>
      <p:graphicFrame>
        <p:nvGraphicFramePr>
          <p:cNvPr id="15" name="Focus grou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Explore shared and differing perspectives through interaction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how hierarchy or stigma affects speaking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when individual interviews are preferable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Observation and documents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observations or materials when they clarify the service context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sources to the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observed events from reported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Preparing the data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Transcribe, organize and de-identify records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relevant context and participant language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translation and transcription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Qualitative content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Select a content-analysis approach suited to the aim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categories systematically from relevant data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whether categories are inductive, deductive or combined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Coding and category development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clear labels to meaningful segments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Group related codes into descriptive categories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category boundaries and revise them with new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summaries and matrices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categories across participants and contexts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variation and contradictory accounts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matrices to organize rather than replace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describe transport costs and unclear appointment instructions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Build distinct categories with supporting excerpts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interpreting convenience-selected counts as population prevalence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 and analytic transparency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how categories were developed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interpretive disagreements constructively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prior assumptions influenced analysis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Credibility and transferability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Support categories with adequate evidence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setting and recruitment clearly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feedback or additional evidence where useful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graphicFrame>
        <p:nvGraphicFramePr>
          <p:cNvPr id="24" name="Ethics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Protect participants discussing dissatisfaction with services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Produce accessible findings for practical use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limited explanatory depth relative to theory-focused aims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clear categories, variation and relevant excerpts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Separate findings from proposed service implications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29768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why qualitative description fits the intended product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Sandelowski M. Whatever happened to qualitative description? Research in Nursing &amp; Health. 2000;23(4):334-340.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pubmed.ncbi.nlm.nih.gov/10940958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https://pubmed.ncbi.nlm.nih.gov/10940958/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Qualitative descriptive study">
  <a:themeElements>
    <a:clrScheme name="Qualitative Research Methods – Qualitative descriptive study">
      <a:dk1>
        <a:srgbClr val="1F2328"/>
      </a:dk1>
      <a:lt1>
        <a:srgbClr val="FFFFFF"/>
      </a:lt1>
      <a:dk2>
        <a:srgbClr val="59606B"/>
      </a:dk2>
      <a:lt2>
        <a:srgbClr val="E7F1F2"/>
      </a:lt2>
      <a:accent1>
        <a:srgbClr val="0B6E79"/>
      </a:accent1>
      <a:accent2>
        <a:srgbClr val="084F57"/>
      </a:accent2>
      <a:accent3>
        <a:srgbClr val="BBD6D9"/>
      </a:accent3>
      <a:accent4>
        <a:srgbClr val="CEE2E4"/>
      </a:accent4>
      <a:accent5>
        <a:srgbClr val="8A929E"/>
      </a:accent5>
      <a:accent6>
        <a:srgbClr val="D9DDE3"/>
      </a:accent6>
      <a:hlink>
        <a:srgbClr val="0B6E79"/>
      </a:hlink>
      <a:folHlink>
        <a:srgbClr val="084F57"/>
      </a:folHlink>
    </a:clrScheme>
    <a:fontScheme name="Qualitative Research Methods – Qualitative descriptiv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descriptive study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
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6877b4f-2287-6a78-e68b-1df6084960b9}">
          <p14:sldIdLst>
            <p14:sldId id="256"/>
            <p14:sldId id="257"/>
          </p14:sldIdLst>
        </p14:section>
        <p14:section name="Core content" id="{06ba74fd-853d-6981-e80e-53bcabc78fa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e71b6230-c945-4b71-9360-41037a8b2f0e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language constructs meaning, identity and social relations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discourse analysis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language as social action and meaning-making
Examine identities, categories and relationships produced in discourse
Explain that discourse analysis is a family of approaches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socially situated meaning and discourse
Explain relationships between language, institutions and power
State the theoretical position guiding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critical discourse analysis, discursive psychology and Foucauldian approaches
Note distinct assumptions, questions and analytic tools
Avoid combining traditions without justification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wording, interaction or representation is central
Examine how a category or claim becomes persuasive
Choose a content-focused design if only topic summaries are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language constructs an identity, problem or responsibility
Specify the discourse and setting
Identify what linguistic or social process needs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representations of patient adherence in clinic materials
Ask how responsibility is assigned to patients and services
Examine implications for professional-patient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documents, conversations or media to be analyzed
State time period, inclusion criteria and source context
Justify boundaries and exclusions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material relevant to the discursive question
Seek variation, contrasts or important institutional texts
Assess analytic depth rather than representativeness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who produced each text and for whom
Examine institutional purpose and circulation
Avoid treating words as detached from their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authentic texts or recorded interactions where suitable
Verify access, copyright and consent
Retain source provenance and 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transcription detail to the analytic approach
Preserve pauses or turn-taking when relevant
State how translation may change discursive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repeatedly for recurring constructions and puzzles
Note contrasts and shifts across contexts
Keep early interpretations provisional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labels, pronouns and evaluative terms
Ask which identities and distinctions are created
Link observations to the question and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who is represented as acting or being acted on
Consider active, passive and nominalized constructions
Avoid inferring social effects from grammar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recurring metaphors and problem definitions
Ask what perspectives they enable or obscure
Examine competing framings in the corpus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relevant traditions, examine recurring ways of talking
Analyze how speakers position themselves and others
Show how these constructions function in particular exchanges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critical approaches, examine authority and inequality
Relate text to institutional and social practices
Support critical claims with evidence rather than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references to other texts and established narratives
Trace how language travels between settings
Consider how prior discourses authorize present claims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phrase describes missed visits as patient failure
Compare wording that also names transport and service barriers
Analyze possible constructions without claiming measured effects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excerpts and the reasoning behind interpretations
Examine the researcher's own assumptions and language
Consider alternative readings and counterexamples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identities in recordings and searchable quotations
Explain limits on inferring private intentions or causal outcomes
Distinguish discourse findings from prevalence estimates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analytic tradition, corpus and procedures
Present detailed excerpts with contextual interpretation
Discuss what language accomplishes in the selected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Fairclough. Discourse and Social Change. Wiley/Polity. https://www.wiley-vch.de/en?isbn=9780745612188&amp;option=com_eshop&amp;view=product
Riessman. Narrative Methods for the Human Sciences. SAGE. https://www.sagepub.com/shop/buy-a-book/narrative-methods-for-the-human-sciences-1-226139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10  ·  Discourse analysis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10  ·  Discourse analysis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ley-vch.de/en?isbn=9780745612188&amp;option=com_eshop&amp;view=product" TargetMode="External"/><Relationship Id="rId5" Type="http://schemas.openxmlformats.org/officeDocument/2006/relationships/hyperlink" Target="https://www.sagepub.com/shop/buy-a-book/narrative-methods-for-the-human-sciences-1-226139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10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Discourse analysis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Examine how language constructs meaning, identity and social relations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discourse analysis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language as social action and meaning-making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identities, categories and relationships produced in discourse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discourse analysis is a family of approaches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Conceptual foundations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socially situated meaning and discourse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relationships between language, institutions and power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the theoretical position guiding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Major analytic traditions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critical discourse analysis, discursive psychology and Foucauldian approaches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Note distinct assumptions, questions and analytic tools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combining traditions without justification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discourse analysis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wording, interaction or representation is central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a category or claim becomes persuasive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content-focused design if only topic summaries are needed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language constructs an identity, problem or responsibility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discourse and setting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what linguistic or social process needs examination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representations of patient adherence in clinic materials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responsibility is assigned to patients and services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implications for professional-patient relations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corpus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documents, conversations or media to be analyzed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time period, inclusion criteria and source context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boundaries and exclusions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and corpus adequacy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material relevant to the discursive question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variation, contrasts or important institutional texts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analytic depth rather than representativeness alone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Production and audience context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who produced each text and for whom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institutional purpose and circulation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words as detached from their setting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and permissions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authentic texts or recorded interactions where suitable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Verify access, copyright and consent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Retain source provenance and versions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Transcription detail</a:t>
            </a:r>
            <a:endParaRPr lang="en-US" sz="3200" dirty="0"/>
          </a:p>
        </p:txBody>
      </p:sp>
      <p:graphicFrame>
        <p:nvGraphicFramePr>
          <p:cNvPr id="14" name="Transcription detai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Match transcription detail to the analytic approach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Preserve pauses or turn-taking when relevant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how translation may change discursive features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reading and analytic notes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Read repeatedly for recurring constructions and puzzles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Note contrasts and shifts across contexts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early interpretations provisional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Categories, naming and lexical choices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labels, pronouns and evaluative terms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which identities and distinctions are created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observations to the question and context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Agency, grammar and responsibility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who is represented as acting or being acted 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active, passive and nominalized constructions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inferring social effects from grammar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Metaphor and framing</a:t>
            </a:r>
            <a:endParaRPr lang="en-US" sz="3200" dirty="0"/>
          </a:p>
        </p:txBody>
      </p:sp>
      <p:graphicFrame>
        <p:nvGraphicFramePr>
          <p:cNvPr id="18" name="Metaphor and fram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recurring metaphors and problem definitions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Ask what perspectives they enable or obscure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competing framings in the corpus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Interpretive repertoires and positioning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For relevant traditions, examine recurring ways of talking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how speakers position themselves and others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Show how these constructions function in particular exchanges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Power and ideology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critical approaches, examine authority and inequality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Relate text to institutional and social practices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Support critical claims with evidence rather than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Intertextuality and wider discourses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references to other texts and established narratives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how language travels between settings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prior discourses authorize present claims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Phrase describes missed visits as patient failure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wording that also names transport and service barriers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possible constructions without claiming measured effects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transparency and reflexivity</a:t>
            </a:r>
            <a:endParaRPr lang="en-US" sz="3200" dirty="0"/>
          </a:p>
        </p:txBody>
      </p:sp>
      <p:graphicFrame>
        <p:nvGraphicFramePr>
          <p:cNvPr id="23" name="Analytic transparency and reflexiv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Show excerpts and the reasoning behind interpretations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the researcher's own assumptions and language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alternative readings and counterexamples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Protect identities in recordings and searchable quotations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limits on inferring private intentions or causal outcomes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discourse findings from prevalence estimates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State the analytic tradition, corpus and procedures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detailed excerpts with contextual interpretation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language accomplishes in the selected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Fairclough. Discourse and Social Change. Wiley/Polity.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wiley-vch.de/en?isbn=9780745612188&amp;option=com_eshop&amp;view=produ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https://www.wiley-vch.de/en?isbn=9780745612188&amp;option=com_eshop&amp;view=product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Riessman. Narrative Methods for the Human Sciences.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sagepub.com/shop/buy-a-book/narrative-methods-for-the-human-sciences-1-22613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https://www.sagepub.com/shop/buy-a-book/narrative-methods-for-the-human-sciences-1-226139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Discourse analysis">
  <a:themeElements>
    <a:clrScheme name="Qualitative Research Methods – Discourse analysis">
      <a:dk1>
        <a:srgbClr val="1F2328"/>
      </a:dk1>
      <a:lt1>
        <a:srgbClr val="FFFFFF"/>
      </a:lt1>
      <a:dk2>
        <a:srgbClr val="59606B"/>
      </a:dk2>
      <a:lt2>
        <a:srgbClr val="F4EAEB"/>
      </a:lt2>
      <a:accent1>
        <a:srgbClr val="8C2F39"/>
      </a:accent1>
      <a:accent2>
        <a:srgbClr val="652229"/>
      </a:accent2>
      <a:accent3>
        <a:srgbClr val="DFC5C8"/>
      </a:accent3>
      <a:accent4>
        <a:srgbClr val="E8D5D7"/>
      </a:accent4>
      <a:accent5>
        <a:srgbClr val="8A929E"/>
      </a:accent5>
      <a:accent6>
        <a:srgbClr val="D9DDE3"/>
      </a:accent6>
      <a:hlink>
        <a:srgbClr val="8C2F39"/>
      </a:hlink>
      <a:folHlink>
        <a:srgbClr val="652229"/>
      </a:folHlink>
    </a:clrScheme>
    <a:fontScheme name="Qualitative Research Methods – Discourse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Discourse analysis</dc:title>
  <dc:subject>Qualitative Research Methods</dc:subject>
  <dc:creator>PptxGenJS</dc:creator>
  <cp:lastModifiedBy>PptxGenJS</cp:lastModifiedBy>
  <cp:revision>1</cp:revision>
  <dcterms:created xsi:type="dcterms:W3CDTF">2026-10-10T16:26:03Z</dcterms:created>
  <dcterms:modified xsi:type="dcterms:W3CDTF">2026-10-10T16:26:03Z</dcterms:modified>
</cp:coreProperties>
</file>
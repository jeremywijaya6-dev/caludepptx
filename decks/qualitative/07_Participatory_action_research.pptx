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8dcb38e-15ac-0696-9d81-1a428b928d09}">
          <p14:sldIdLst>
            <p14:sldId id="256"/>
            <p14:sldId id="257"/>
          </p14:sldIdLst>
        </p14:section>
        <p14:section name="Core content" id="{d7de2510-d72c-e794-eb23-131519e8176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38768196-d32c-2908-36da-eda955b68046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Co-produce knowledge and action with people affected by the issue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participatory action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collective inquiry with action for change
Involve affected people as research partners
Explain that participatory action research can use qualitative and quantitative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democratic participation and critical reflection
Examine power, inequality and situated knowledge
Treat practical and experiential expertise as important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 places explicit emphasis on shared ownership and participation
Action research is a broader family of iterative inquiry
Recognize overlap rather than a rigid 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affected groups should shape research and change
Assess readiness for a sustained partnership
Avoid adopting a participatory label for consultation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who experiences the problem and who holds resources
Include marginalized voices and relevant decision-makers
Clarify differences between stakeholders and co-researchers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expectations, trust and prior experiences
Agree on compensation, roles and ways of working
Invest time before finalizing the research 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Co-develop decision-making and conflict-resolution procedures
Agree who controls budgets, data and dissemination
Make accountability visible throughout the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partners which problems matter most
Negotiate a feasible question and action goal
Record how priorities were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community barriers to glaucoma screening
Residents and staff jointly identify access priorities
Frame both an inquiry question and a change objective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institutional privilege and unequal influence
Make assumptions and constraints open for discussion
Create ways to challenge researcher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accessible recruitment and meeting formats
Address language, transport, disability and time barriers
Monitor whose perspectives remain absent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interviews, observation, mapping or other methods together
Train co-researchers and pilot tools collaboratively
Match methods to both inquiry and action goals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photovoice, community mapping and collective story gathering
Discuss strengths and disclosure risks
Explain how participants help interpret the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the issue, plan action, act, observe and reflect
Treat cycles as flexible rather than mechanical
Revise questions and activities through collective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data accessible to co-researchers in appropriate forms
Discuss interpretations and disagreements together
Document whose perspectives shape 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jointly interpreted evidence into priorities
Assign responsibilities and feasible resources
Distinguish recommended actions from actions actually implemented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agreed activities and document adaptations
Track participation and unintended consequences
Preserve shared decision-making during implementation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partnership quality as well as practical changes
Agree indicators with partners
Use qualitative and quantitative evidence where helpful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cycle identifies inaccessible appointment times
Partners pilot an agreed scheduling change and collect feedback
Reflect jointly before deciding the next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consent, confidentiality and data stewardship
Address collective and individual interests
Agree authorship, recognition and dissemination rights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participation, relevance and transparent learning
Recognize resource demands and power tensions
Avoid equating immediate success with rigorous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partner roles, decisions, cycles and outcomes
Share findings in forms useful to the community
Discuss whether participation changed both knowledge and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Baum F, MacDougall C, Smith D. Participatory action research. Journal of Epidemiology and Community Health. 2006;60:854-857. https://pubmed.ncbi.nlm.nih.gov/16973531/
Kemmis, McTaggart &amp; Nixon. The Action Research Planner. Springer. https://link.springer.com/book/10.1007/978-981-4560-67-2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07  ·  Participatory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07  ·  Participatory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16973531/" TargetMode="External"/><Relationship Id="rId5" Type="http://schemas.openxmlformats.org/officeDocument/2006/relationships/hyperlink" Target="https://link.springer.com/book/10.1007/978-981-4560-67-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07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Participatory action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Co-produce knowledge and action with people affected by the issue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participatory action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collective inquiry with action for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Involve affected people as research partners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participatory action research can use qualitative and quantitative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Foundations and values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democratic participation and critical reflection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power, inequality and situated knowledge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Treat practical and experiential expertise as important knowledge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 and action research</a:t>
            </a:r>
            <a:endParaRPr lang="en-US" sz="3200" dirty="0"/>
          </a:p>
        </p:txBody>
      </p:sp>
      <p:graphicFrame>
        <p:nvGraphicFramePr>
          <p:cNvPr id="6" name="PAR and action resear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 places explicit emphasis on shared ownership and participation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 research is a broader family of iterative inquiry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overlap rather than a rigid boundary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PAR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affected groups should shape research and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readiness for a sustained partnership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adopting a participatory label for consultation alone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Identifying partners and stakeholders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Map who experiences the problem and who holds resources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marginalized voices and relevant decision-makers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Clarify differences between stakeholders and co-researchers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the partnership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expectations, trust and prior experiences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Agree on compensation, roles and ways of working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 time before finalizing the research agenda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Shared governance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Co-develop decision-making and conflict-resolution procedures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Agree who controls budgets, data and dissemination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accountability visible throughout the project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Co-defining the research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partners which problems matter most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a feasible question and action goal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how priorities were chosen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barriers to glaucoma screening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Residents and staff jointly identify access priorities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Frame both an inquiry question and a change objective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positionality and power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institutional privilege and unequal influence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Make assumptions and constraints open for discussion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Create ways to challenge researcher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Recruitment and inclusive participation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accessible recruitment and meeting formats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Address language, transport, disability and time barriers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Monitor whose perspectives remain absent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Co-designing data collection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interviews, observation, mapping or other methods together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Train co-researchers and pilot tools collaboratively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Match methods to both inquiry and action goals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Participatory methods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photovoice, community mapping and collective story gathering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strengths and disclosure risks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participants help interpret the material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inquiry and action cycle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issue, plan action, act, observe and reflect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Treat cycles as flexible rather than mechanical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Revise questions and activities through collective learning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Collaborative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data accessible to co-researchers in appropriate forms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interpretations and disagreements together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whose perspectives shape conclusions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findings to action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Translate jointly interpreted evidence into priorities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Assign responsibilities and feasible resources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recommended actions from actions actually implemented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Implementing change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Pilot agreed activities and document adaptations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Track participation and unintended consequences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shared decision-making during implementation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Evaluating process and outcomes</a:t>
            </a:r>
            <a:endParaRPr lang="en-US" sz="3200" dirty="0"/>
          </a:p>
        </p:txBody>
      </p:sp>
      <p:graphicFrame>
        <p:nvGraphicFramePr>
          <p:cNvPr id="21" name="Evaluating process and outco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Assess partnership quality as well as practical changes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Agree indicators with partners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qualitative and quantitative evidence where helpful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project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identifies inaccessible appointment times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Partners pilot an agreed scheduling change and collect feedback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Reflect jointly before deciding the next cycle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ownership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consent, confidentiality and data stewardship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Address collective and individual interests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Agree authorship, recognition and dissemination rights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Evaluate participation, relevance and transparent learning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resource demands and power tensions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equating immediate success with rigorous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partner roles, decisions, cycles and outcomes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Share findings in forms useful to the community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participation changed both knowledge and action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Baum F, MacDougall C, Smith D. Participatory action research. Journal of Epidemiology and Community Health. 2006;60:854-857.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16973531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https://pubmed.ncbi.nlm.nih.gov/16973531/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Kemmis, McTaggart &amp; Nixon. The Action Research Planner. Springer.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link.springer.com/book/10.1007/978-981-4560-67-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https://link.springer.com/book/10.1007/978-981-4560-67-2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Participatory action research">
  <a:themeElements>
    <a:clrScheme name="Qualitative Research Methods – Participatory action research">
      <a:dk1>
        <a:srgbClr val="1F2328"/>
      </a:dk1>
      <a:lt1>
        <a:srgbClr val="FFFFFF"/>
      </a:lt1>
      <a:dk2>
        <a:srgbClr val="59606B"/>
      </a:dk2>
      <a:lt2>
        <a:srgbClr val="F5ECE8"/>
      </a:lt2>
      <a:accent1>
        <a:srgbClr val="9A4317"/>
      </a:accent1>
      <a:accent2>
        <a:srgbClr val="6F3011"/>
      </a:accent2>
      <a:accent3>
        <a:srgbClr val="E3CABE"/>
      </a:accent3>
      <a:accent4>
        <a:srgbClr val="EBD9D1"/>
      </a:accent4>
      <a:accent5>
        <a:srgbClr val="8A929E"/>
      </a:accent5>
      <a:accent6>
        <a:srgbClr val="D9DDE3"/>
      </a:accent6>
      <a:hlink>
        <a:srgbClr val="9A4317"/>
      </a:hlink>
      <a:folHlink>
        <a:srgbClr val="6F3011"/>
      </a:folHlink>
    </a:clrScheme>
    <a:fontScheme name="Qualitative Research Methods – Participatory action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Participatory action research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
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332f635-179b-7c1b-a817-102317650c78}">
          <p14:sldIdLst>
            <p14:sldId id="256"/>
            <p14:sldId id="257"/>
          </p14:sldIdLst>
        </p14:section>
        <p14:section name="Core content" id="{6b2b72c9-fe60-c33e-936f-41ced81c7e7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7db141c0-0a8f-3677-730e-17645f12fcd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an explanatory theory of a social process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grounded theory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theory grounded in systematically analyzed data
Explain actions, interactions or social processes
Produce linked concepts rather than a list of themes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Glaser and Strauss and the emergence of grounded theory
Explain the role of symbolic interactionism in many approaches
Note later methodological developments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classic, Straussian and constructivist approaches
Examine differences in researcher role and analytic procedures
Choose one coherent approach for the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a process lacks an adequate explanation
Focus on how people act under changing conditions
Assess whether theory generation is the intended outcome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a process unfolds
Define the initial population and context
Leave room to revise the question as analysis develops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adapting to long-term eye-drop treatment
Explore how patients negotiate routines and setbacks
Aim to explain adaptation rather than only describe barriers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Declare relevant experience and assumptions
Use sensitizing concepts as starting points rather than fixed codes
Examine how interaction shapes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with participants likely to illuminate the process
Seek useful variation in experience or circumstances
Explain how initial sampling differs from later theoretical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additional people, events or documents to develop categories
Let emerging analytic questions guide recruitment
Document why each next source was chosen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early interviews before collecting all data
Adapt questions to emerging concepts
Maintain an iterative relationship between fieldwork and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intensive interviews, observation or relevant documents
Ask about actions and changes over time
Follow up unclear sequences and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close to the data in manageable segments
Use action-focused labels where consistent with the approach
Compare alternative interpretations of the same incident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analytically useful codes
Group and refine codes into categories
Specify properties and dimensions of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Straussian approaches examine relationships among categories
Other traditions use different relational procedures
Avoid imposing a universal coding sequence on every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incidents with incidents, codes and categories
Examine similarities, differences and exceptions
Refine concepts throughout collection and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analytic ideas and unanswered questions
Explain connections and category boundaries
Use memos to guide theoretical sampling and writing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a central process or integrative explanation where appropriate
Link categories into an explanatory account
Check that relationships are supported by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whether categories and relationships are adequately developed
Seek unresolved variation or negative cases
Justify stopping with evidence rather than interview count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path: missing doses, simplifying routines and seeking support
Develop possible categories about negotiating treatment burden
Show how new interviews could challenge the proposed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coherence, grounding and explanatory usefulness
Maintain an audit trail of comparisons and sampling decisions
State quality criteria consistent with the chosen tradition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adaptive recruitment and interview changes
Obtain amendments when required by the approved protocol
Protect participants in small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sampling evolution, coding, memos and the final model
Avoid presenting thematic analysis alone as grounded theory
Discuss the scope and transferability of the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Charmaz. Constructing Grounded Theory. SAGE. https://www.sagepub.com/shop/buy-a-book/constructing-grounded-theory-3-255601
Charmaz. Teaching Theory Construction With Initial Grounded Theory Tools. https://doi.org/10.1177/1049732315613982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02  ·  Grounded theory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02  ·  Grounded theory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gepub.com/shop/buy-a-book/constructing-grounded-theory-3-255601" TargetMode="External"/><Relationship Id="rId5" Type="http://schemas.openxmlformats.org/officeDocument/2006/relationships/hyperlink" Target="https://doi.org/10.1177/1049732315613982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02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Grounded theory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Develop an explanatory theory of a social process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grounded theory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intended product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theory grounded in systematically analyzed data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actions, interactions or social processes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Produce linked concepts rather than a list of themes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Origins and theoretical roots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Glaser and Strauss and the emergence of grounded theory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role of symbolic interactionism in many approaches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Note later methodological developments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Major grounded theory traditions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classic, Straussian and constructivist approaches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differences in researcher role and analytic procedures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one coherent approach for the study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grounded theory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a process lacks an adequate explanation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Focus on how people act under changing conditions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theory generation is the intended outcome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a process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a process unfolds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initial population and context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Leave room to revise the question as analysis develops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adapting to long-term eye-drop treatment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how patients negotiate routines and setbacks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Aim to explain adaptation rather than only describe barriers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 and sensitizing concepts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 relevant experience and assumptions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sensitizing concepts as starting points rather than fixed codes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interaction shapes the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Initial purposive sampling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Begin with participants likely to illuminate the process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useful variation in experience or circumstances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initial sampling differs from later theoretical sampling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Theoretical sampling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additional people, events or documents to develop categories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Let emerging analytic questions guide recruitment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Document why each next source was chosen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Concurrent collection and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early interviews before collecting all data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Adapt questions to emerging concepts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Maintain an iterative relationship between fieldwork and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 methods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intensive interviews, observation or relevant documents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about actions and changes over time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Follow up unclear sequences and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Initial coding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close to the data in manageable segments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action-focused labels where consistent with the approach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alternative interpretations of the same incident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Focused coding and category development</a:t>
            </a:r>
            <a:endParaRPr lang="en-US" sz="3200" dirty="0"/>
          </a:p>
        </p:txBody>
      </p:sp>
      <p:graphicFrame>
        <p:nvGraphicFramePr>
          <p:cNvPr id="16" name="Focused coding and category develop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Select analytically useful codes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Group and refine codes into categories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Specify properties and dimensions of categories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Axial and relational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Straussian approaches examine relationships among categories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Other traditions use different relational procedures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imposing a universal coding sequence on every approach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Constant comparative analysis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incidents with incidents, codes and categories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similarities, differences and exceptions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Refine concepts throughout collection and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Memo writing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analytic ideas and unanswered questions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connections and category boundaries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memos to guide theoretical sampling and writing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Theoretical integration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a central process or integrative explanation where appropriate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Link categories into an explanatory account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that relationships are supported by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Theoretical sufficiency and saturation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categories and relationships are adequately developed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unresolved variation or negative cases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stopping with evidence rather than interview count alone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doses, simplifying routines and seeking support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Develop possible categories about negotiating treatment burden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Show how new interviews could challenge the proposed explanation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and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Evaluate coherence, grounding and explanatory usefulness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Maintain an audit trail of comparisons and sampling decisions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quality criteria consistent with the chosen tradition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in an evolving design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adaptive recruitment and interview changes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Obtain amendments when required by the approved protocol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participants in small networks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limitations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sampling evolution, coding, memos and the final model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Avoid presenting thematic analysis alone as grounded theory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the scope and transferability of the explanation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Charmaz. Constructing Grounded Theory.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agepub.com/shop/buy-a-book/constructing-grounded-theory-3-25560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https://www.sagepub.com/shop/buy-a-book/constructing-grounded-theory-3-255601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Charmaz. Teaching Theory Construction With Initial Grounded Theory Tools.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doi.org/10.1177/104973231561398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https://doi.org/10.1177/1049732315613982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Grounded theory">
  <a:themeElements>
    <a:clrScheme name="Qualitative Research Methods – Grounded theory">
      <a:dk1>
        <a:srgbClr val="1F2328"/>
      </a:dk1>
      <a:lt1>
        <a:srgbClr val="FFFFFF"/>
      </a:lt1>
      <a:dk2>
        <a:srgbClr val="59606B"/>
      </a:dk2>
      <a:lt2>
        <a:srgbClr val="EAEFEA"/>
      </a:lt2>
      <a:accent1>
        <a:srgbClr val="2C5F2D"/>
      </a:accent1>
      <a:accent2>
        <a:srgbClr val="204420"/>
      </a:accent2>
      <a:accent3>
        <a:srgbClr val="C4D2C4"/>
      </a:accent3>
      <a:accent4>
        <a:srgbClr val="D5DFD5"/>
      </a:accent4>
      <a:accent5>
        <a:srgbClr val="8A929E"/>
      </a:accent5>
      <a:accent6>
        <a:srgbClr val="D9DDE3"/>
      </a:accent6>
      <a:hlink>
        <a:srgbClr val="2C5F2D"/>
      </a:hlink>
      <a:folHlink>
        <a:srgbClr val="204420"/>
      </a:folHlink>
    </a:clrScheme>
    <a:fontScheme name="Qualitative Research Methods – Grounded the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theory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
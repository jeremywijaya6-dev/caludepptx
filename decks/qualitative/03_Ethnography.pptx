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0928d1c-f029-f452-b438-63a68fa2a97d}">
          <p14:sldIdLst>
            <p14:sldId id="256"/>
            <p14:sldId id="257"/>
          </p14:sldIdLst>
        </p14:section>
        <p14:section name="Core content" id="{12309a19-8029-4178-0047-e61db8647e30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e02f09e2-ba9e-b41e-fd40-1b1580421f36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 shared meanings and practices within a cultural setting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ethnography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everyday practices and shared meanings in context
Examine how a group organizes social life
Connect observed behavior with cultural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anthropology and sociological fieldwork
Explain interpretive and critical developments
Recognize the legacy of colonial representation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conventional, focused, critical and digital ethnography
Distinguish scope and field relations
Explain why short observation alone is not enough to establish ethnography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when routines, tacit norms or group practices matter
Choose a setting where observation adds essential evidence
Assess feasibility of meaningful field engagement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how people enact and understand practices in a setting
Define a provisional cultural focus
Keep room for unexpected field discoveries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teamwork in an ophthalmology clinic
Explore handover routines, professional hierarchy and patient flow
Examine formal rules alongside everyday practice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sites, actors and relevant activities
Consider multiple connected locations when needed
State temporal and organizational boundaries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Negotiate entry with responsible organizations
Seek consent beyond gatekeeper permission
Explain how access conditions may shape what is observed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participant and non-participant observation
Explain insider and outsider positions
Consider how role changes affect relationships and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key informants and varied perspectives
Observe different shifts, routines and exceptional events
Revise sampling as cultural patterns emerge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enough time to understand recurring practices
Develop familiarity without assuming complete membership
Justify duration in relation to scope and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 actions, interactions and material arrangements
Record what happens as well as what people say should happen
Separate descriptive records from interpretive impressions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scenes, dialogue, setting and researcher responses
Expand brief notes promptly
Keep analytic and reflexive notes identifiable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informal conversations and more focused interviews
Ask participants to explain locally meaningful terms
Compare accounts with observed 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Analyze forms, spaces, tools and online interactions
Ask how material objects organize activity
Respect permissions for images and digital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participants' understandings from analytic interpretation
Explain local categories before applying external concepts
Move critically between perspectives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 field records and identify recurring practices
Develop cultural themes and relationships
Revisit the field to investigate puzzles and exceptions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action alongside context and local meaning
Explain why a practice matters to participants
Avoid confusing detail alone with cultural interpretation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observation: junior staff rarely challenge a senior's instructions
Compare interviews, fieldnotes and organizational rules
Explore hierarchy while seeking situations that contradict the pattern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positionality and changing field relationships
Manage ongoing consent and incidental bystanders
Avoid stereotypes and protect recognizable groups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sustained engagement, contextual evidence and negative cases
Explain access limits and researcher influence
Avoid treating one group as representative of an entire population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 scenes, participant language and cultural interpretation
Describe field access and analytic decisions
Discuss how observed practices connect with local meanings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Creswell &amp; Poth. Qualitative Inquiry and Research Design, 5th ed. SAGE. https://us2.sagepub.com/en-us/nam/qualitative-inquiry-and-research-design/book266033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03  ·  Ethnography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03  ·  Ethnography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us2.sagepub.com/en-us/nam/qualitative-inquiry-and-research-design/book266033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03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Ethnography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Understand shared meanings and practices within a cultural setting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ethnography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everyday practices and shared meanings in context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how a group organizes social life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Connect observed behavior with cultural interpretation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Intellectual roots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Introduce anthropology and sociological fieldwork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interpretive and critical developments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Recognize the legacy of colonial representation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Forms of ethnography</a:t>
            </a:r>
            <a:endParaRPr lang="en-US" sz="3200" dirty="0"/>
          </a:p>
        </p:txBody>
      </p:sp>
      <p:graphicFrame>
        <p:nvGraphicFramePr>
          <p:cNvPr id="6" name="Forms of ethnograph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Compare conventional, focused, critical and digital ethnography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scope and field relations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why short observation alone is not enough to establish ethnography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ethnography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 routines, tacit norms or group practices matter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 setting where observation adds essential evidence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Assess feasibility of meaningful field engagement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Framing the research question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how people enact and understand practices in a setting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Define a provisional cultural focus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room for unexpected field discoveries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study setting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example: teamwork in an ophthalmology clinic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handover routines, professional hierarchy and patient flow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formal rules alongside everyday practice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Selecting the field and boundaries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Define sites, actors and relevant activities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multiple connected locations when needed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temporal and organizational boundaries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Access and gatekeepers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Negotiate entry with responsible organizations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Seek consent beyond gatekeeper permission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how access conditions may shape what is observed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Researcher roles in the field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Compare participant and non-participant observation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insider and outsider positions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Consider how role changes affect relationships and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Sampling people, events and times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Select key informants and varied perspectives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Observe different shifts, routines and exceptional events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Revise sampling as cultural patterns emerge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Immersion and field engagement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Spend enough time to understand recurring practices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Develop familiarity without assuming complete membership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Justify duration in relation to scope and access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Participant observation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Observe actions, interactions and material arrangements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Record what happens as well as what people say should happen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Separate descriptive records from interpretive impressions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Fieldnotes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scenes, dialogue, setting and researcher responses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Expand brief notes promptly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Keep analytic and reflexive notes identifiable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Ethnographic interviewing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informal conversations and more focused interviews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participants to explain locally meaningful terms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accounts with observed practices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Artifacts and digital materials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Analyze forms, spaces, tools and online interactions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Ask how material objects organize activity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Respect permissions for images and digital access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Emic and etic perspectives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Distinguish participants' understandings from analytic interpretation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 local categories before applying external concepts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Move critically between perspectives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Ethnographic analysis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Organize field records and identify recurring practices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Develop cultural themes and relationships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Revisit the field to investigate puzzles and exceptions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Thick description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action alongside context and local meaning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why a practice matters to participants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confusing detail alone with cultural interpretation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Hypothetical observation: junior staff rarely challenge a senior's instructions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interviews, fieldnotes and organizational rules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Explore hierarchy while seeking situations that contradict the pattern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Reflexivity, ethics and representation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 positionality and changing field relationships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Manage ongoing consent and incidental bystanders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stereotypes and protect recognizable groups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Quality, strengths and limitations</a:t>
            </a:r>
            <a:endParaRPr lang="en-US" sz="3200" dirty="0"/>
          </a:p>
        </p:txBody>
      </p:sp>
      <p:graphicFrame>
        <p:nvGraphicFramePr>
          <p:cNvPr id="24" name="Quality, strengths and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 sustained engagement, contextual evidence and negative cases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Explain access limits and researcher influence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Avoid treating one group as representative of an entire population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Integrate scenes, participant language and cultural interpretation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field access and analytic decisions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how observed practices connect with local meanings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Creswell &amp; Poth. Qualitative Inquiry and Research Design, 5th ed.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us2.sagepub.com/en-us/nam/qualitative-inquiry-and-research-design/book2660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https://us2.sagepub.com/en-us/nam/qualitative-inquiry-and-research-design/book266033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Ethnography">
  <a:themeElements>
    <a:clrScheme name="Qualitative Research Methods – Ethnography">
      <a:dk1>
        <a:srgbClr val="1F2328"/>
      </a:dk1>
      <a:lt1>
        <a:srgbClr val="FFFFFF"/>
      </a:lt1>
      <a:dk2>
        <a:srgbClr val="59606B"/>
      </a:dk2>
      <a:lt2>
        <a:srgbClr val="F6EDEA"/>
      </a:lt2>
      <a:accent1>
        <a:srgbClr val="A2462F"/>
      </a:accent1>
      <a:accent2>
        <a:srgbClr val="753222"/>
      </a:accent2>
      <a:accent3>
        <a:srgbClr val="E5CBC5"/>
      </a:accent3>
      <a:accent4>
        <a:srgbClr val="ECDAD5"/>
      </a:accent4>
      <a:accent5>
        <a:srgbClr val="8A929E"/>
      </a:accent5>
      <a:accent6>
        <a:srgbClr val="D9DDE3"/>
      </a:accent6>
      <a:hlink>
        <a:srgbClr val="A2462F"/>
      </a:hlink>
      <a:folHlink>
        <a:srgbClr val="753222"/>
      </a:folHlink>
    </a:clrScheme>
    <a:fontScheme name="Qualitative Research Methods – Ethnograph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Ethnography</dc:title>
  <dc:subject>Qualitative Research Methods</dc:subject>
  <dc:creator>PptxGenJS</dc:creator>
  <cp:lastModifiedBy>PptxGenJS</cp:lastModifiedBy>
  <cp:revision>1</cp:revision>
  <dcterms:created xsi:type="dcterms:W3CDTF">2026-10-10T16:26:02Z</dcterms:created>
  <dcterms:modified xsi:type="dcterms:W3CDTF">2026-10-10T16:26:02Z</dcterms:modified>
</cp:coreProperties>
</file>
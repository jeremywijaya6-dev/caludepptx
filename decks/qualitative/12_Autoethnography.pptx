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bc7212-0cc6-fdbe-633b-5da7615d4f76}">
          <p14:sldIdLst>
            <p14:sldId id="256"/>
            <p14:sldId id="257"/>
          </p14:sldIdLst>
        </p14:section>
        <p14:section name="Core content" id="{80943052-e4dd-158d-a667-6343ed19507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6ae00994-d719-dea9-bdf9-4be7b853754b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personal experience to understand wider cultural and social life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autoethnography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personal experience as material for cultural inquiry
Connect the self with social relationships and institutions
Explain why research analysis is essential beyond personal storytelling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reflexive ethnography and situated knowledge
Recognize challenges to detached accounts of research
Examine how researcher identity affects what can be known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evocative, analytic, critical and collaborative forms
Explain differences in representation and analytic emphasis
Select a form aligned with the intended contribution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the researcher's experience offers insight into a cultural issue
Identify a question extending beyond personal recollection
Assess willingness and ethical capacity for self-disclosure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Autobiography recounts a life without necessarily conducting cultural analysis
Narrative inquiry may focus on other people's stories
Autoethnography makes the self-culture connection central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personal experience reveals about social norms or institutions
Define the cultural setting and issue
Avoid assuming one person's experience represents everyone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an international physician adapting to a new clinical culture
Examine language, belonging and institutional expectations
Connect personal episodes with broader professional norms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identity, relationships and institutional location
Examine privilege and vulnerability
Reflect on whose perspectives the account cannot capture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period, setting and episodes to be examined
Explain why those experiences matter to the question
Distinguish selection criteria from memorable incidents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journals, messages, photographs or recorded reflections where appropriate
Preserve dates and contextual information
Verify permission before including other people's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detailed recollections and note uncertainty
Compare memories with available records
Treat memory's selectivity as an analytic 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institutional documents, observation or relevant literature
Examine the norms surrounding personal episodes
Avoid treating contextual material as automatic validation of every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events, emotions and later interpretations separately
Trace changes in understanding over time
Use journals to expose assumptions as well as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episodes that illuminate the cultural question
Include contradictions and uncomfortable experiences
Explain the selection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patterns across episodes where appropriate to the chosen form
Examine identity, power and relationships
Keep analytic claims connected to specific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institutional norms shape the experience
Examine how the researcher responds to or reproduces those norms
Avoid assuming every personal difficulty has one structural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scene, dialogue and emotion to convey experience
Make reconstructed dialogue and composite scenes explicit when used
Keep ethical and analytic responsibilities visible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explicit cultural or theoretical interpretation where the form requires it
Examine competing explanations
Show how the account contributes beyond the individual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episode concerns hesitation to speak during a team meeting
Compare personal interpretation with contextual norms and alternative readings
Explore belonging and hierarchy without claiming universal behavior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people who appear in the researcher's story
Negotiate consent and disguise identifiable details responsibly
Recognize that pseudonyms may not prevent recognition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coherence, reflexivity, cultural insight and evidence appropriate to the form
Set boundaries around sensitive disclosure
Discuss selective memory and limits of transferability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data, researcher position, analytic form and representation choices
Integrate lived episodes with cultural understanding
Discuss how the self becomes a site of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Ellis C, Adams TE, Bochner AP. Autoethnography: An Overview. Forum Qualitative Sozialforschung / Forum: Qualitative Social Research. 12(1). https://doi.org/10.17169/fqs-12.1.1589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12  ·  Autoethnography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12  ·  Autoethnography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7169/fqs-12.1.1589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12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Autoethnography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Analyze personal experience to understand wider cultural and social life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autoethnography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personal experience as material for cultural inquiry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Connect the self with social relationships and institutions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why research analysis is essential beyond personal storytelling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Intellectual foundations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reflexive ethnography and situated knowledge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challenges to detached accounts of research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researcher identity affects what can be known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of autoethnography</a:t>
            </a:r>
            <a:endParaRPr lang="en-US" sz="3200" dirty="0"/>
          </a:p>
        </p:txBody>
      </p:sp>
      <p:graphicFrame>
        <p:nvGraphicFramePr>
          <p:cNvPr id="6" name="Forms of autoethnograph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evocative, analytic, critical and collaborative forms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differences in representation and analytic emphasis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Select a form aligned with the intended contribution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autoethnography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the researcher's experience offers insight into a cultural issue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Identify a question extending beyond personal recollection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willingness and ethical capacity for self-disclosure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Distinguishing autobiography and narrative inquiry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Autobiography recounts a life without necessarily conducting cultural analysis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Narrative inquiry may focus on other people's stories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Autoethnography makes the self-culture connection central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what personal experience reveals about social norms or institutions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cultural setting and issue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one person's experience represents everyone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an international physician adapting to a new clinical culture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language, belonging and institutional expectations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Connect personal episodes with broader professional norms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positionality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identity, relationships and institutional location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privilege and vulnerability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Reflect on whose perspectives the account cannot capture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Bounding the experience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period, setting and episodes to be examined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those experiences matter to the question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selection criteria from memorable incidents alone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Personal records as data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journals, messages, photographs or recorded reflections where appropriate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dates and contextual information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Verify permission before including other people's materials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Memory work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Write detailed recollections and note uncertainty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memories with available records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Treat memory's selectivity as an analytic issue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Collecting contextual evidence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institutional documents, observation or relevant literature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the norms surrounding personal episodes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treating contextual material as automatic validation of every memory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Journaling and reflexive records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events, emotions and later interpretations separately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Trace changes in understanding over time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journals to expose assumptions as well as experiences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significant episodes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episodes that illuminate the cultural question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Include contradictions and uncomfortable experiences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selection process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Analytic coding and thematic work</a:t>
            </a:r>
            <a:endParaRPr lang="en-US" sz="3200" dirty="0"/>
          </a:p>
        </p:txBody>
      </p:sp>
      <p:graphicFrame>
        <p:nvGraphicFramePr>
          <p:cNvPr id="18" name="Analytic coding and thematic wo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Analyze patterns across episodes where appropriate to the chosen form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identity, power and relationships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Keep analytic claims connected to specific experiences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Connecting the personal and cultural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how institutional norms shape the experience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the researcher responds to or reproduces those norms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every personal difficulty has one structural explanation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Evocative representation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scene, dialogue and emotion to convey experience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Make reconstructed dialogue and composite scenes explicit when used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ethical and analytic responsibilities visible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Analytic and critical representation</a:t>
            </a:r>
            <a:endParaRPr lang="en-US" sz="3200" dirty="0"/>
          </a:p>
        </p:txBody>
      </p:sp>
      <p:graphicFrame>
        <p:nvGraphicFramePr>
          <p:cNvPr id="21" name="Analytic and critical represent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Develop explicit cultural or theoretical interpretation where the form requires it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competing explanations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Show how the account contributes beyond the individual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concerns hesitation to speak during a team meeting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personal interpretation with contextual norms and alternative readings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belonging and hierarchy without claiming universal behavior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Relational ethics and consent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people who appear in the researcher's story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consent and disguise identifiable details responsibly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pseudonyms may not prevent recognition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self-disclosure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coherence, reflexivity, cultural insight and evidence appropriate to the form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Set boundaries around sensitive disclosure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Discuss selective memory and limits of transferability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data, researcher position, analytic form and representation choices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Integrate lived episodes with cultural understanding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the self becomes a site of inquiry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Ellis C, Adams TE, Bochner AP. Autoethnography: An Overview. Forum Qualitative Sozialforschung / Forum: Qualitative Social Research. 12(1).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doi.org/10.17169/fqs-12.1.158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https://doi.org/10.17169/fqs-12.1.1589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Autoethnography">
  <a:themeElements>
    <a:clrScheme name="Qualitative Research Methods – Autoethnography">
      <a:dk1>
        <a:srgbClr val="1F2328"/>
      </a:dk1>
      <a:lt1>
        <a:srgbClr val="FFFFFF"/>
      </a:lt1>
      <a:dk2>
        <a:srgbClr val="59606B"/>
      </a:dk2>
      <a:lt2>
        <a:srgbClr val="ECEDEF"/>
      </a:lt2>
      <a:accent1>
        <a:srgbClr val="3E4A61"/>
      </a:accent1>
      <a:accent2>
        <a:srgbClr val="2D3546"/>
      </a:accent2>
      <a:accent3>
        <a:srgbClr val="C9CCD3"/>
      </a:accent3>
      <a:accent4>
        <a:srgbClr val="D8DBDF"/>
      </a:accent4>
      <a:accent5>
        <a:srgbClr val="8A929E"/>
      </a:accent5>
      <a:accent6>
        <a:srgbClr val="D9DDE3"/>
      </a:accent6>
      <a:hlink>
        <a:srgbClr val="3E4A61"/>
      </a:hlink>
      <a:folHlink>
        <a:srgbClr val="2D3546"/>
      </a:folHlink>
    </a:clrScheme>
    <a:fontScheme name="Qualitative Research Methods – Autoethnograph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Autoethnography</dc:title>
  <dc:subject>Qualitative Research Methods</dc:subject>
  <dc:creator>PptxGenJS</dc:creator>
  <cp:lastModifiedBy>PptxGenJS</cp:lastModifiedBy>
  <cp:revision>1</cp:revision>
  <dcterms:created xsi:type="dcterms:W3CDTF">2026-10-10T16:26:03Z</dcterms:created>
  <dcterms:modified xsi:type="dcterms:W3CDTF">2026-10-10T16:26:03Z</dcterms:modified>
</cp:coreProperties>
</file>
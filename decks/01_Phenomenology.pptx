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d1f7c38-e447-6f3c-f90a-f8860ac10413}">
          <p14:sldIdLst>
            <p14:sldId id="256"/>
            <p14:sldId id="257"/>
          </p14:sldIdLst>
        </p14:section>
        <p14:section name="Core content" id="{c45528a7-2180-d5f1-86dd-310bf98affdb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12e28cbe-c097-1ba3-f218-00decb49dc98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Understand lived experience and the meaning of a phenomenon
Core principles, study planning and applied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defining features of phenomenology
Plan sampling, data collection and analysis appropriate to the approach
Evaluate quality,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Explore how people experience a phenomenon
Describe or interpret its meaning
Focus on experience rather than frequency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intentionality and the lifeworld
Contrast Husserlian description with Heideggerian interpretation
Explain why philosophical commitments shape methods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Descriptive work seeks an account of essential experiential features
Interpretive work examines situated meaning
Name and justify the tradition chosen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an experience shared by participants
Use when meanings remain poorly understood
Avoid questions primarily seeking a process theory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what an experience is like or how it is understood
Specify the phenomenon and population
Avoid imposing predetermined categories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living with newly diagnosed glaucoma
Ask how diagnosis changes everyday perception and identity
Keep the focus on lived experience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relevant clinical or personal experience
Examine assumptions about the phenomenon
Record how researcher-participant relationships shape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Descriptive traditions examine and suspend assumptions where possible
Interpretive traditions critically engage prior understanding
Explain that complete neutrality is not attainable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Recruit people with direct experience of the phenomenon
Use purposive criteria aligned with the question
Consider experiential variation without losing a shared focus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Seek rich experiential accounts
Justify sample size by scope, depth and analytic tradition
Avoid a universal numerical rule or unexamined saturation claim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concrete accounts of particular situations
Probe bodily, temporal and relational experience
Use open prompts without leading explanations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diaries, drawings and written reflections
Explain what each material contributes
Obtain consent for personal artifacts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Transcribe faithfully and de-identify accounts
Preserve contextual details needed for meaning
Re-read each account as a whole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options such as Giorgi, Colaizzi or van Manen
Align procedures with philosophical commitments
Avoid treating different traditions as interchangeable recipes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Identify passages relevant to the phenomenon
Explore how meanings relate across accounts
Keep interpretation anchored in concrete experiences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what was experienced and how it was experienced
Examine shared features and meaningful variation
Use essential structure only where the tradition supports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excerpt: uncertainty before the next eye examination
Identify altered time and bodily vigilance as possible meanings
Show the interpretive steps without presenting invented results as evidence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methodological coherence and depth
Use rich excerpts and a transparent analytic account
Consider participant feedback where appropriate to the tradition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 distress when discussing illness or loss
Allow pauses and withdrawal
Protect identity in detailed experiential narratives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tradition, researcher position and analytic choices
Present experiential descriptions supported by excerpts
Relate findings to the phenomenon without claiming prevalence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Provides depth about meaning and experience
Interpretation depends on context and researcher engagement
Avoid relabeling a generic thematic interview study as phenomenology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Align philosophy, question and analytic method
Prioritize concrete lived accounts and reflexivity
Discuss whether an experience question fits this design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Creswell &amp; Poth. Qualitative Inquiry and Research Design, 5th ed. SAGE. https://us2.sagepub.com/en-us/nam/qualitative-inquiry-and-research-design/book266033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Qualitative Research Methods  ·  Topic 01  ·  Phenomenology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Qualitative Research Methods  ·  Topic 01  ·  Phenomenology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us2.sagepub.com/en-us/nam/qualitative-inquiry-and-research-design/book266033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QUALITATIVE RESEARCH METHODS  ·  TOPIC 01 OF 12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Phenomenology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Understand lived experience and the meaning of a phenomenon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principles, study planning and applied examples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defining features of phenomenology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data collection and analysis appropriate to the approach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Evaluate quality,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purpose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how people experience a phenomenon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Describe or interpret its meaning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Focus on experience rather than frequency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Philosophical foundations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Introduce intentionality and the lifeworld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Contrast Husserlian description with Heideggerian interpretation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why philosophical commitments shape methods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Descriptive and interpretive traditions</a:t>
            </a:r>
            <a:endParaRPr lang="en-US" sz="3200" dirty="0"/>
          </a:p>
        </p:txBody>
      </p:sp>
      <p:graphicFrame>
        <p:nvGraphicFramePr>
          <p:cNvPr id="6" name="Descriptive and interpretive tradi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Descriptive work seeks an account of essential experiential features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Interpretive work examines situated meaning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Name and justify the tradition chosen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to use phenomenology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an experience shared by participants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when meanings remain poorly understood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questions primarily seeking a process theory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research question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what an experience is like or how it is understood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Specify the phenomenon and population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imposing predetermined categories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study question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Living with newly diagnosed glaucoma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how diagnosis changes everyday perception and identity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Keep the focus on lived experience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Researcher position and reflexivity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State relevant clinical or personal experience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assumptions about the phenomenon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Record how researcher-participant relationships shape interpretation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Bracketing and prior understanding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traditions examine and suspend assumptions where possible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Interpretive traditions critically engage prior understanding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that complete neutrality is not attainable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Participant selection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Recruit people with direct experience of the phenomenon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purposive criteria aligned with the question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experiential variation without losing a shared focus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Sample adequacy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Seek rich experiential accounts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Justify sample size by scope, depth and analytic tradition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Avoid a universal numerical rule or unexamined saturation claim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Interview design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Invite concrete accounts of particular situations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Probe bodily, temporal and relational experience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open prompts without leading explanations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Additional experiential materials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diaries, drawings and written reflections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what each material contributes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Obtain consent for personal artifacts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 preparation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Transcribe faithfully and de-identify accounts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Preserve contextual details needed for meaning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Re-read each account as a whole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Selecting an analytic approach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Describe options such as Giorgi, Colaizzi or van Manen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Align procedures with philosophical commitments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Avoid treating different traditions as interchangeable recipes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Meaning units and experiential patterns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passages relevant to the phenomenon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Explore how meanings relate across accounts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Keep interpretation anchored in concrete experiences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Developing an experiential account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Describe what was experienced and how it was experienced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shared features and meaningful variation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essential structure only where the tradition supports it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analytic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Uncertainty before the next eye examination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Identify altered time and bodily vigilance as possible meanings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Show the interpretive steps without presenting invented results as evidence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 and credibility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Demonstrate methodological coherence and depth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rich excerpts and a transparent analytic account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participant feedback where appropriate to the tradition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Ethics and sensitive experiences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Anticipate distress when discussing illness or loss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Allow pauses and withdrawal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Protect identity in detailed experiential narratives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Reporting the study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tradition, researcher position and analytic choices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Present experiential descriptions supported by excerpts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Relate findings to the phenomenon without claiming prevalence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Strengths, limitations and common errors</a:t>
            </a:r>
            <a:endParaRPr lang="en-US" sz="3200" dirty="0"/>
          </a:p>
        </p:txBody>
      </p:sp>
      <p:graphicFrame>
        <p:nvGraphicFramePr>
          <p:cNvPr id="24" name="Strengths, limitations and common error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Provides depth about meaning and experience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Interpretation depends on context and researcher engagement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Avoid relabeling a generic thematic interview study as phenomenology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Key takeaways and discussion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Align philosophy, question and analytic method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Prioritize concrete lived accounts and reflexivity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whether an experience question fits this design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Creswell &amp; Poth. Qualitative Inquiry and Research Design, 5th ed. SAGE.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us2.sagepub.com/en-us/nam/qualitative-inquiry-and-research-design/book266033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https://us2.sagepub.com/en-us/nam/qualitative-inquiry-and-research-design/book266033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ative Research – Phenomenology">
  <a:themeElements>
    <a:clrScheme name="Qualitative Research – Phenomenology">
      <a:dk1>
        <a:srgbClr val="1F2328"/>
      </a:dk1>
      <a:lt1>
        <a:srgbClr val="FFFFFF"/>
      </a:lt1>
      <a:dk2>
        <a:srgbClr val="59606B"/>
      </a:dk2>
      <a:lt2>
        <a:srgbClr val="F0EAED"/>
      </a:lt2>
      <a:accent1>
        <a:srgbClr val="6D2E46"/>
      </a:accent1>
      <a:accent2>
        <a:srgbClr val="4E2132"/>
      </a:accent2>
      <a:accent3>
        <a:srgbClr val="D6C4CB"/>
      </a:accent3>
      <a:accent4>
        <a:srgbClr val="E2D5DA"/>
      </a:accent4>
      <a:accent5>
        <a:srgbClr val="8A929E"/>
      </a:accent5>
      <a:accent6>
        <a:srgbClr val="D9DDE3"/>
      </a:accent6>
      <a:hlink>
        <a:srgbClr val="6D2E46"/>
      </a:hlink>
      <a:folHlink>
        <a:srgbClr val="4E2132"/>
      </a:folHlink>
    </a:clrScheme>
    <a:fontScheme name="Qualitative Research – Phenomenolog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Phenomenology</dc:title>
  <dc:subject>Qualitative research methods</dc:subject>
  <dc:creator>PptxGenJS</dc:creator>
  <cp:lastModifiedBy>PptxGenJS</cp:lastModifiedBy>
  <cp:revision>1</cp:revision>
  <dcterms:created xsi:type="dcterms:W3CDTF">2026-10-10T16:17:48Z</dcterms:created>
  <dcterms:modified xsi:type="dcterms:W3CDTF">2026-10-10T16:17:48Z</dcterms:modified>
</cp:coreProperties>
</file>
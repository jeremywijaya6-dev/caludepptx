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5f5b41-8439-16f0-3121-535ee97b9367}">
          <p14:sldIdLst>
            <p14:sldId id="256"/>
            <p14:sldId id="257"/>
          </p14:sldIdLst>
        </p14:section>
        <p14:section name="Core content" id="{13bf7e64-afbd-1fa4-4f89-ef1248cfeb5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2aed4338-c2db-2d1a-547e-6e207506ca50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contextual interpretations that inform professional practice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interpretive description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an interpretive account useful for applied practice
Examine patterns alongside individual variation
Move beyond description toward practice-relevant understanding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Thorne and colleagues' nursing-oriented development
Explain the need for applied knowledge distinct from disciplinary theory goals
Recognize use in other professional contexts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 to constructed and contextual experience
Acknowledge multiple realities and researcher interpretation
Explain how disciplinary assumptions influence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professional knowledge critically as a starting point
Seek patterns that can inform practice
Preserve exceptions and complexity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an applied question requiring contextual understanding
Seek meaningful patterns rather than a formal social-process theory
Assess whether findings can support professional judgment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description stays relatively close to everyday accounts
Phenomenology centers lived meaning and grounded theory builds theory
Interpretive description pursues applied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experiences or practices vary and why that matters professionally
Identify the clinical or applied problem
Avoid assuming the answer from professional expertise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how patients integrate glaucoma monitoring into daily life
Explore different circumstances and needs
Seek insights for individualized follow-up support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relevant clinical evidence and conceptual assumptions
Use literature to clarify the practical gap
Keep prior knowledge open to challenge by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professional experience and relationships
Examine how expertise guides attention and interpretation
Reflect on assumptions about what counts as useful knowledge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 cases likely to reveal patterns and meaningful variation
Consider experience, circumstances and practice context
Revise selection to investigate emerging interpretations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 whether evidence supports the applied interpretation
Seek exceptions and unresolved differences
Justify scope and depth rather than a universal sample 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concrete experiences and practical examples
Probe variation in needs and responses
Avoid making interviews into clinical counseling sessions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relevant interactions or routines when feasible
Use documents to understand the practice context
Explain how different sources inform the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analysis while collection continues
Adjust questions to investigate emerging differences
Record changes in the analytic focus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codes to organize material rather than define the final findings
Compare accounts within and across cases
Keep personal circumstances attached to interpretations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patterns mean for the applied problem
Examine relationships among experience, context and responses
Avoid reducing all differences to a single theme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 alternative explanations and discrepant cases
Revisit evidence and collect clarifying data when possible
Separate a plausible interpretation from a proven causal mechanism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accounts suggest support needs differ by routine flexibility and uncertainty
Compare contrasting cases before proposing a pattern
Show how the interpretation could guide further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implications for assessment or communication
Preserve uncertainty and individual variation
Distinguish an interpretive implication from a tested intervention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coherence, analytic logic and contextual relevance
Protect participants within professional relationships
Recognize researcher influence and limits of untested recommendations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disciplinary grounding, sampling and analytic decisions
Present interpretations with supporting evidence and exceptions
Discuss how findings inform rather than replace professional judgment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Thorne S, Kirkham SR, MacDonald-Emes J. Interpretive description: a noncategorical qualitative alternative for developing nursing knowledge. Research in Nursing &amp; Health. 1997;20(2):169-177. https://pubmed.ncbi.nlm.nih.gov/9100747/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09  ·  Interpretive description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09  ·  Interpretive description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9100747/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09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Interpretive description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Develop contextual interpretations that inform professional practice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interpretive description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intended product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an interpretive account useful for applied practice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patterns alongside individual variation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Move beyond description toward practice-relevant understanding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Origins and disciplinary purpose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Thorne and colleagues' nursing-oriented development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need for applied knowledge distinct from disciplinary theory goals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use in other professional contexts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Philosophical orientation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Attend to constructed and contextual experience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Acknowledge multiple realities and researcher interpretation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disciplinary assumptions influence inquiry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Distinctive features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professional knowledge critically as a starting point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patterns that can inform practice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exceptions and complexity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interpretive description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an applied question requiring contextual understanding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Seek meaningful patterns rather than a formal social-process theory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findings can support professional judgment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Comparing neighboring designs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Qualitative description stays relatively close to everyday accounts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Phenomenology centers lived meaning and grounded theory builds theory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Interpretive description pursues applied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experiences or practices vary and why that matters professionally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clinical or applied problem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the answer from professional expertise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how patients integrate glaucoma monitoring into daily life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different circumstances and needs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insights for individualized follow-up support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Reviewing existing knowledge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relevant clinical evidence and conceptual assumptions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literature to clarify the practical gap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prior knowledge open to challenge by the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 and disciplinary lens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professional experience and relationships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expertise guides attention and interpretation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Reflect on assumptions about what counts as useful knowledge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Purposive sampling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Recruit cases likely to reveal patterns and meaningful variation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experience, circumstances and practice context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Revise selection to investigate emerging interpretations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adequacy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Judge whether evidence supports the applied interpretation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exceptions and unresolved differences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scope and depth rather than a universal sample count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Interviews and focused discussions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Invite concrete experiences and practical examples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Probe variation in needs and responses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making interviews into clinical counseling sessions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Observation and supporting sources</a:t>
            </a:r>
            <a:endParaRPr lang="en-US" sz="3200" dirty="0"/>
          </a:p>
        </p:txBody>
      </p:sp>
      <p:graphicFrame>
        <p:nvGraphicFramePr>
          <p:cNvPr id="17" name="Observation and supporting sour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Observe relevant interactions or routines when feasible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documents to understand the practice context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how different sources inform the interpretation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Concurrent analytic work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Begin analysis while collection continues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Adjust questions to investigate emerging differences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changes in the analytic focus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Coding without losing context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codes to organize material rather than define the final findings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accounts within and across cases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personal circumstances attached to interpretations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Developing interpretive patterns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patterns mean for the applied problem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relationships among experience, context and responses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reducing all differences to a single theme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interpretations</a:t>
            </a:r>
            <a:endParaRPr lang="en-US" sz="3200" dirty="0"/>
          </a:p>
        </p:txBody>
      </p:sp>
      <p:graphicFrame>
        <p:nvGraphicFramePr>
          <p:cNvPr id="21" name="Testing interpre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Seek alternative explanations and discrepant cases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Revisit evidence and collect clarifying data when possible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Separate a plausible interpretation from a proven causal mechanism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suggest support needs differ by routine flexibility and uncertainty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contrasting cases before proposing a pattern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Show how the interpretation could guide further inquiry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Translating findings into practice</a:t>
            </a:r>
            <a:endParaRPr lang="en-US" sz="3200" dirty="0"/>
          </a:p>
        </p:txBody>
      </p:sp>
      <p:graphicFrame>
        <p:nvGraphicFramePr>
          <p:cNvPr id="23" name="Translating findings into practi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implications for assessment or communication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Preserve uncertainty and individual variation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an interpretive implication from a tested intervention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ethics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Demonstrate coherence, analytic logic and contextual relevance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Protect participants within professional relationships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researcher influence and limits of untested recommendations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disciplinary grounding, sampling and analytic decisions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interpretations with supporting evidence and exceptions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findings inform rather than replace professional judgment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Thorne S, Kirkham SR, MacDonald-Emes J. Interpretive description: a noncategorical qualitative alternative for developing nursing knowledge. Research in Nursing &amp; Health. 1997;20(2):169-177.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pubmed.ncbi.nlm.nih.gov/9100747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https://pubmed.ncbi.nlm.nih.gov/9100747/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Interpretive description">
  <a:themeElements>
    <a:clrScheme name="Qualitative Research – Interpretive description">
      <a:dk1>
        <a:srgbClr val="1F2328"/>
      </a:dk1>
      <a:lt1>
        <a:srgbClr val="FFFFFF"/>
      </a:lt1>
      <a:dk2>
        <a:srgbClr val="59606B"/>
      </a:dk2>
      <a:lt2>
        <a:srgbClr val="EAEEF1"/>
      </a:lt2>
      <a:accent1>
        <a:srgbClr val="2F5671"/>
      </a:accent1>
      <a:accent2>
        <a:srgbClr val="223E51"/>
      </a:accent2>
      <a:accent3>
        <a:srgbClr val="C5D0D7"/>
      </a:accent3>
      <a:accent4>
        <a:srgbClr val="D5DDE3"/>
      </a:accent4>
      <a:accent5>
        <a:srgbClr val="8A929E"/>
      </a:accent5>
      <a:accent6>
        <a:srgbClr val="D9DDE3"/>
      </a:accent6>
      <a:hlink>
        <a:srgbClr val="2F5671"/>
      </a:hlink>
      <a:folHlink>
        <a:srgbClr val="223E51"/>
      </a:folHlink>
    </a:clrScheme>
    <a:fontScheme name="Qualitative Research – Interpretive descrip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Interpretive description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